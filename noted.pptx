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4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5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6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7.xml" ContentType="application/vnd.openxmlformats-officedocument.theme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8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theme/theme9.xml" ContentType="application/vnd.openxmlformats-officedocument.theme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theme/theme10.xml" ContentType="application/vnd.openxmlformats-officedocument.theme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theme/theme11.xml" ContentType="application/vnd.openxmlformats-officedocument.theme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theme/theme12.xml" ContentType="application/vnd.openxmlformats-officedocument.theme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3.xml" ContentType="application/vnd.openxmlformats-officedocument.theme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theme/theme14.xml" ContentType="application/vnd.openxmlformats-officedocument.theme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theme/theme15.xml" ContentType="application/vnd.openxmlformats-officedocument.theme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theme/theme16.xml" ContentType="application/vnd.openxmlformats-officedocument.theme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  <p:sldMasterId id="2147483966" r:id="rId2"/>
    <p:sldMasterId id="2147483987" r:id="rId3"/>
    <p:sldMasterId id="2147484008" r:id="rId4"/>
    <p:sldMasterId id="2147484029" r:id="rId5"/>
    <p:sldMasterId id="2147484050" r:id="rId6"/>
    <p:sldMasterId id="2147484071" r:id="rId7"/>
    <p:sldMasterId id="2147484092" r:id="rId8"/>
    <p:sldMasterId id="2147484113" r:id="rId9"/>
    <p:sldMasterId id="2147484134" r:id="rId10"/>
    <p:sldMasterId id="2147484155" r:id="rId11"/>
    <p:sldMasterId id="2147484176" r:id="rId12"/>
    <p:sldMasterId id="2147484197" r:id="rId13"/>
    <p:sldMasterId id="2147484218" r:id="rId14"/>
    <p:sldMasterId id="2147484239" r:id="rId15"/>
    <p:sldMasterId id="2147484260" r:id="rId16"/>
    <p:sldMasterId id="2147484281" r:id="rId17"/>
  </p:sldMasterIdLst>
  <p:notesMasterIdLst>
    <p:notesMasterId r:id="rId63"/>
  </p:notesMasterIdLst>
  <p:handoutMasterIdLst>
    <p:handoutMasterId r:id="rId64"/>
  </p:handoutMasterIdLst>
  <p:sldIdLst>
    <p:sldId id="374" r:id="rId18"/>
    <p:sldId id="430" r:id="rId19"/>
    <p:sldId id="424" r:id="rId20"/>
    <p:sldId id="375" r:id="rId21"/>
    <p:sldId id="376" r:id="rId22"/>
    <p:sldId id="425" r:id="rId23"/>
    <p:sldId id="427" r:id="rId24"/>
    <p:sldId id="432" r:id="rId25"/>
    <p:sldId id="382" r:id="rId26"/>
    <p:sldId id="384" r:id="rId27"/>
    <p:sldId id="428" r:id="rId28"/>
    <p:sldId id="429" r:id="rId29"/>
    <p:sldId id="426" r:id="rId30"/>
    <p:sldId id="434" r:id="rId31"/>
    <p:sldId id="380" r:id="rId32"/>
    <p:sldId id="417" r:id="rId33"/>
    <p:sldId id="435" r:id="rId34"/>
    <p:sldId id="449" r:id="rId35"/>
    <p:sldId id="436" r:id="rId36"/>
    <p:sldId id="437" r:id="rId37"/>
    <p:sldId id="386" r:id="rId38"/>
    <p:sldId id="387" r:id="rId39"/>
    <p:sldId id="388" r:id="rId40"/>
    <p:sldId id="389" r:id="rId41"/>
    <p:sldId id="390" r:id="rId42"/>
    <p:sldId id="438" r:id="rId43"/>
    <p:sldId id="391" r:id="rId44"/>
    <p:sldId id="392" r:id="rId45"/>
    <p:sldId id="393" r:id="rId46"/>
    <p:sldId id="439" r:id="rId47"/>
    <p:sldId id="440" r:id="rId48"/>
    <p:sldId id="441" r:id="rId49"/>
    <p:sldId id="442" r:id="rId50"/>
    <p:sldId id="443" r:id="rId51"/>
    <p:sldId id="395" r:id="rId52"/>
    <p:sldId id="397" r:id="rId53"/>
    <p:sldId id="398" r:id="rId54"/>
    <p:sldId id="399" r:id="rId55"/>
    <p:sldId id="396" r:id="rId56"/>
    <p:sldId id="400" r:id="rId57"/>
    <p:sldId id="444" r:id="rId58"/>
    <p:sldId id="445" r:id="rId59"/>
    <p:sldId id="446" r:id="rId60"/>
    <p:sldId id="447" r:id="rId61"/>
    <p:sldId id="448" r:id="rId62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266" autoAdjust="0"/>
    <p:restoredTop sz="94694" autoAdjust="0"/>
  </p:normalViewPr>
  <p:slideViewPr>
    <p:cSldViewPr>
      <p:cViewPr varScale="1">
        <p:scale>
          <a:sx n="121" d="100"/>
          <a:sy n="121" d="100"/>
        </p:scale>
        <p:origin x="289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7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9.xml"/><Relationship Id="rId21" Type="http://schemas.openxmlformats.org/officeDocument/2006/relationships/slide" Target="slides/slide4.xml"/><Relationship Id="rId34" Type="http://schemas.openxmlformats.org/officeDocument/2006/relationships/slide" Target="slides/slide17.xml"/><Relationship Id="rId42" Type="http://schemas.openxmlformats.org/officeDocument/2006/relationships/slide" Target="slides/slide25.xml"/><Relationship Id="rId47" Type="http://schemas.openxmlformats.org/officeDocument/2006/relationships/slide" Target="slides/slide30.xml"/><Relationship Id="rId50" Type="http://schemas.openxmlformats.org/officeDocument/2006/relationships/slide" Target="slides/slide33.xml"/><Relationship Id="rId55" Type="http://schemas.openxmlformats.org/officeDocument/2006/relationships/slide" Target="slides/slide38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12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40" Type="http://schemas.openxmlformats.org/officeDocument/2006/relationships/slide" Target="slides/slide23.xml"/><Relationship Id="rId45" Type="http://schemas.openxmlformats.org/officeDocument/2006/relationships/slide" Target="slides/slide28.xml"/><Relationship Id="rId53" Type="http://schemas.openxmlformats.org/officeDocument/2006/relationships/slide" Target="slides/slide36.xml"/><Relationship Id="rId58" Type="http://schemas.openxmlformats.org/officeDocument/2006/relationships/slide" Target="slides/slide41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44.xml"/><Relationship Id="rId19" Type="http://schemas.openxmlformats.org/officeDocument/2006/relationships/slide" Target="slides/slide2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slide" Target="slides/slide26.xml"/><Relationship Id="rId48" Type="http://schemas.openxmlformats.org/officeDocument/2006/relationships/slide" Target="slides/slide31.xml"/><Relationship Id="rId56" Type="http://schemas.openxmlformats.org/officeDocument/2006/relationships/slide" Target="slides/slide39.xml"/><Relationship Id="rId64" Type="http://schemas.openxmlformats.org/officeDocument/2006/relationships/handoutMaster" Target="handoutMasters/handout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Relationship Id="rId46" Type="http://schemas.openxmlformats.org/officeDocument/2006/relationships/slide" Target="slides/slide29.xml"/><Relationship Id="rId59" Type="http://schemas.openxmlformats.org/officeDocument/2006/relationships/slide" Target="slides/slide42.xml"/><Relationship Id="rId67" Type="http://schemas.openxmlformats.org/officeDocument/2006/relationships/theme" Target="theme/theme1.xml"/><Relationship Id="rId20" Type="http://schemas.openxmlformats.org/officeDocument/2006/relationships/slide" Target="slides/slide3.xml"/><Relationship Id="rId41" Type="http://schemas.openxmlformats.org/officeDocument/2006/relationships/slide" Target="slides/slide24.xml"/><Relationship Id="rId54" Type="http://schemas.openxmlformats.org/officeDocument/2006/relationships/slide" Target="slides/slide37.xml"/><Relationship Id="rId62" Type="http://schemas.openxmlformats.org/officeDocument/2006/relationships/slide" Target="slides/slide4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49" Type="http://schemas.openxmlformats.org/officeDocument/2006/relationships/slide" Target="slides/slide32.xml"/><Relationship Id="rId57" Type="http://schemas.openxmlformats.org/officeDocument/2006/relationships/slide" Target="slides/slide40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4.xml"/><Relationship Id="rId44" Type="http://schemas.openxmlformats.org/officeDocument/2006/relationships/slide" Target="slides/slide27.xml"/><Relationship Id="rId52" Type="http://schemas.openxmlformats.org/officeDocument/2006/relationships/slide" Target="slides/slide35.xml"/><Relationship Id="rId60" Type="http://schemas.openxmlformats.org/officeDocument/2006/relationships/slide" Target="slides/slide43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39" Type="http://schemas.openxmlformats.org/officeDocument/2006/relationships/slide" Target="slides/slide2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1.xml"/><Relationship Id="rId13" Type="http://schemas.openxmlformats.org/officeDocument/2006/relationships/slide" Target="slides/slide27.xml"/><Relationship Id="rId18" Type="http://schemas.openxmlformats.org/officeDocument/2006/relationships/slide" Target="slides/slide38.xml"/><Relationship Id="rId3" Type="http://schemas.openxmlformats.org/officeDocument/2006/relationships/slide" Target="slides/slide6.xml"/><Relationship Id="rId7" Type="http://schemas.openxmlformats.org/officeDocument/2006/relationships/slide" Target="slides/slide13.xml"/><Relationship Id="rId12" Type="http://schemas.openxmlformats.org/officeDocument/2006/relationships/slide" Target="slides/slide25.xml"/><Relationship Id="rId17" Type="http://schemas.openxmlformats.org/officeDocument/2006/relationships/slide" Target="slides/slide36.xml"/><Relationship Id="rId2" Type="http://schemas.openxmlformats.org/officeDocument/2006/relationships/slide" Target="slides/slide5.xml"/><Relationship Id="rId16" Type="http://schemas.openxmlformats.org/officeDocument/2006/relationships/slide" Target="slides/slide35.xml"/><Relationship Id="rId20" Type="http://schemas.openxmlformats.org/officeDocument/2006/relationships/slide" Target="slides/slide40.xml"/><Relationship Id="rId1" Type="http://schemas.openxmlformats.org/officeDocument/2006/relationships/slide" Target="slides/slide4.xml"/><Relationship Id="rId6" Type="http://schemas.openxmlformats.org/officeDocument/2006/relationships/slide" Target="slides/slide10.xml"/><Relationship Id="rId11" Type="http://schemas.openxmlformats.org/officeDocument/2006/relationships/slide" Target="slides/slide24.xml"/><Relationship Id="rId5" Type="http://schemas.openxmlformats.org/officeDocument/2006/relationships/slide" Target="slides/slide9.xml"/><Relationship Id="rId15" Type="http://schemas.openxmlformats.org/officeDocument/2006/relationships/slide" Target="slides/slide29.xml"/><Relationship Id="rId10" Type="http://schemas.openxmlformats.org/officeDocument/2006/relationships/slide" Target="slides/slide23.xml"/><Relationship Id="rId19" Type="http://schemas.openxmlformats.org/officeDocument/2006/relationships/slide" Target="slides/slide39.xml"/><Relationship Id="rId4" Type="http://schemas.openxmlformats.org/officeDocument/2006/relationships/slide" Target="slides/slide7.xml"/><Relationship Id="rId9" Type="http://schemas.openxmlformats.org/officeDocument/2006/relationships/slide" Target="slides/slide22.xml"/><Relationship Id="rId14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026">
            <a:extLst>
              <a:ext uri="{FF2B5EF4-FFF2-40B4-BE49-F238E27FC236}">
                <a16:creationId xmlns:a16="http://schemas.microsoft.com/office/drawing/2014/main" id="{15FC4600-DB31-4FA2-9BD7-58CF5F0B31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1" tIns="48255" rIns="96511" bIns="48255" numCol="1" anchor="t" anchorCtr="0" compatLnSpc="1">
            <a:prstTxWarp prst="textNoShape">
              <a:avLst/>
            </a:prstTxWarp>
          </a:bodyPr>
          <a:lstStyle>
            <a:lvl1pPr defTabSz="965112">
              <a:defRPr sz="1200"/>
            </a:lvl1pPr>
          </a:lstStyle>
          <a:p>
            <a:pPr>
              <a:defRPr/>
            </a:pPr>
            <a:r>
              <a:rPr lang="en-US"/>
              <a:t>SSK3207</a:t>
            </a:r>
          </a:p>
        </p:txBody>
      </p:sp>
      <p:sp>
        <p:nvSpPr>
          <p:cNvPr id="97283" name="Rectangle 1027">
            <a:extLst>
              <a:ext uri="{FF2B5EF4-FFF2-40B4-BE49-F238E27FC236}">
                <a16:creationId xmlns:a16="http://schemas.microsoft.com/office/drawing/2014/main" id="{786242E9-5EF5-4C75-B617-17EA143B53E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1" tIns="48255" rIns="96511" bIns="48255" numCol="1" anchor="t" anchorCtr="0" compatLnSpc="1">
            <a:prstTxWarp prst="textNoShape">
              <a:avLst/>
            </a:prstTxWarp>
          </a:bodyPr>
          <a:lstStyle>
            <a:lvl1pPr algn="r" defTabSz="965112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1028">
            <a:extLst>
              <a:ext uri="{FF2B5EF4-FFF2-40B4-BE49-F238E27FC236}">
                <a16:creationId xmlns:a16="http://schemas.microsoft.com/office/drawing/2014/main" id="{33836066-47A3-40F4-A55B-2EE31E9A030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0663"/>
            <a:ext cx="316388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1" tIns="48255" rIns="96511" bIns="48255" numCol="1" anchor="b" anchorCtr="0" compatLnSpc="1">
            <a:prstTxWarp prst="textNoShape">
              <a:avLst/>
            </a:prstTxWarp>
          </a:bodyPr>
          <a:lstStyle>
            <a:lvl1pPr defTabSz="965112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1029">
            <a:extLst>
              <a:ext uri="{FF2B5EF4-FFF2-40B4-BE49-F238E27FC236}">
                <a16:creationId xmlns:a16="http://schemas.microsoft.com/office/drawing/2014/main" id="{BE4246D5-DFAE-4475-8FCB-35E04C83943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10663"/>
            <a:ext cx="31638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1" tIns="48255" rIns="96511" bIns="48255" numCol="1" anchor="b" anchorCtr="0" compatLnSpc="1">
            <a:prstTxWarp prst="textNoShape">
              <a:avLst/>
            </a:prstTxWarp>
          </a:bodyPr>
          <a:lstStyle>
            <a:lvl1pPr algn="r" defTabSz="963613">
              <a:defRPr sz="1200"/>
            </a:lvl1pPr>
          </a:lstStyle>
          <a:p>
            <a:pPr>
              <a:defRPr/>
            </a:pPr>
            <a:fld id="{CBD6723F-8896-494E-9FCB-90D80E216F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72A309AF-10C6-4752-9E91-8A455B1871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1" tIns="48255" rIns="96511" bIns="48255" numCol="1" anchor="t" anchorCtr="0" compatLnSpc="1">
            <a:prstTxWarp prst="textNoShape">
              <a:avLst/>
            </a:prstTxWarp>
          </a:bodyPr>
          <a:lstStyle>
            <a:lvl1pPr defTabSz="965112">
              <a:defRPr sz="1200"/>
            </a:lvl1pPr>
          </a:lstStyle>
          <a:p>
            <a:pPr>
              <a:defRPr/>
            </a:pPr>
            <a:r>
              <a:rPr lang="en-US"/>
              <a:t>SSK3207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B199DF2C-5AFE-4C5A-96AB-FF9C53A75E7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1" tIns="48255" rIns="96511" bIns="48255" numCol="1" anchor="t" anchorCtr="0" compatLnSpc="1">
            <a:prstTxWarp prst="textNoShape">
              <a:avLst/>
            </a:prstTxWarp>
          </a:bodyPr>
          <a:lstStyle>
            <a:lvl1pPr algn="r" defTabSz="965112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7380" name="Rectangle 1028">
            <a:extLst>
              <a:ext uri="{FF2B5EF4-FFF2-40B4-BE49-F238E27FC236}">
                <a16:creationId xmlns:a16="http://schemas.microsoft.com/office/drawing/2014/main" id="{79848699-C727-430A-AF0F-135C5771D699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1075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1029">
            <a:extLst>
              <a:ext uri="{FF2B5EF4-FFF2-40B4-BE49-F238E27FC236}">
                <a16:creationId xmlns:a16="http://schemas.microsoft.com/office/drawing/2014/main" id="{41284667-1B6A-4DDF-B8F7-8B251DCE947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2950"/>
            <a:ext cx="535305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1" tIns="48255" rIns="96511" bIns="482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558" name="Rectangle 1030">
            <a:extLst>
              <a:ext uri="{FF2B5EF4-FFF2-40B4-BE49-F238E27FC236}">
                <a16:creationId xmlns:a16="http://schemas.microsoft.com/office/drawing/2014/main" id="{07D496A4-BDAA-4CC1-9F79-C43F96A74C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0663"/>
            <a:ext cx="316388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1" tIns="48255" rIns="96511" bIns="48255" numCol="1" anchor="b" anchorCtr="0" compatLnSpc="1">
            <a:prstTxWarp prst="textNoShape">
              <a:avLst/>
            </a:prstTxWarp>
          </a:bodyPr>
          <a:lstStyle>
            <a:lvl1pPr defTabSz="965112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9" name="Rectangle 1031">
            <a:extLst>
              <a:ext uri="{FF2B5EF4-FFF2-40B4-BE49-F238E27FC236}">
                <a16:creationId xmlns:a16="http://schemas.microsoft.com/office/drawing/2014/main" id="{94306229-1E12-4ADC-A7AC-0FBBC31B6F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10663"/>
            <a:ext cx="31638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1" tIns="48255" rIns="96511" bIns="48255" numCol="1" anchor="b" anchorCtr="0" compatLnSpc="1">
            <a:prstTxWarp prst="textNoShape">
              <a:avLst/>
            </a:prstTxWarp>
          </a:bodyPr>
          <a:lstStyle>
            <a:lvl1pPr algn="r" defTabSz="963613">
              <a:defRPr sz="1200"/>
            </a:lvl1pPr>
          </a:lstStyle>
          <a:p>
            <a:pPr>
              <a:defRPr/>
            </a:pPr>
            <a:fld id="{494D3FFB-531F-4408-8720-17B6BFD618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1" name="Rectangle 7">
            <a:extLst>
              <a:ext uri="{FF2B5EF4-FFF2-40B4-BE49-F238E27FC236}">
                <a16:creationId xmlns:a16="http://schemas.microsoft.com/office/drawing/2014/main" id="{063A0CCA-50DE-476F-AFF2-D6A3392ACF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975BF0DC-BC71-47BE-AEB6-806D2901201F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363522" name="Rectangle 2">
            <a:extLst>
              <a:ext uri="{FF2B5EF4-FFF2-40B4-BE49-F238E27FC236}">
                <a16:creationId xmlns:a16="http://schemas.microsoft.com/office/drawing/2014/main" id="{09FCA696-3C16-43DB-8FC8-CB27842280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3" name="Rectangle 3">
            <a:extLst>
              <a:ext uri="{FF2B5EF4-FFF2-40B4-BE49-F238E27FC236}">
                <a16:creationId xmlns:a16="http://schemas.microsoft.com/office/drawing/2014/main" id="{7B8A2FF9-9292-4046-9F23-92488C980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63524" name="Header Placeholder 4">
            <a:extLst>
              <a:ext uri="{FF2B5EF4-FFF2-40B4-BE49-F238E27FC236}">
                <a16:creationId xmlns:a16="http://schemas.microsoft.com/office/drawing/2014/main" id="{4FC4D789-CFD6-4FD3-94EB-18F59AFC36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69" name="Rectangle 7">
            <a:extLst>
              <a:ext uri="{FF2B5EF4-FFF2-40B4-BE49-F238E27FC236}">
                <a16:creationId xmlns:a16="http://schemas.microsoft.com/office/drawing/2014/main" id="{D547DB8C-DD42-422D-AC12-B4D6E95763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4174D5F9-6455-4B72-BF23-1FF6D028B7A3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365570" name="Rectangle 2">
            <a:extLst>
              <a:ext uri="{FF2B5EF4-FFF2-40B4-BE49-F238E27FC236}">
                <a16:creationId xmlns:a16="http://schemas.microsoft.com/office/drawing/2014/main" id="{2C6F938A-B668-4C57-8E38-2865BD704C6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1" name="Rectangle 3">
            <a:extLst>
              <a:ext uri="{FF2B5EF4-FFF2-40B4-BE49-F238E27FC236}">
                <a16:creationId xmlns:a16="http://schemas.microsoft.com/office/drawing/2014/main" id="{A695C27B-83B5-4D42-B3EA-FB871EE100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65572" name="Header Placeholder 4">
            <a:extLst>
              <a:ext uri="{FF2B5EF4-FFF2-40B4-BE49-F238E27FC236}">
                <a16:creationId xmlns:a16="http://schemas.microsoft.com/office/drawing/2014/main" id="{F96A1F73-9289-4DE8-BB6D-3F7817195B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1" name="Rectangle 1031">
            <a:extLst>
              <a:ext uri="{FF2B5EF4-FFF2-40B4-BE49-F238E27FC236}">
                <a16:creationId xmlns:a16="http://schemas.microsoft.com/office/drawing/2014/main" id="{9F8958F3-27B1-4A97-A851-66D14B8DED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7CFFB761-3611-4698-92BB-532EAABC434C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368642" name="Rectangle 2">
            <a:extLst>
              <a:ext uri="{FF2B5EF4-FFF2-40B4-BE49-F238E27FC236}">
                <a16:creationId xmlns:a16="http://schemas.microsoft.com/office/drawing/2014/main" id="{2BA655A3-0039-46E9-AF01-1D49B92876A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43" name="Rectangle 3">
            <a:extLst>
              <a:ext uri="{FF2B5EF4-FFF2-40B4-BE49-F238E27FC236}">
                <a16:creationId xmlns:a16="http://schemas.microsoft.com/office/drawing/2014/main" id="{2ECE247B-CA8E-42E4-8BF7-CFA04CF88E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68644" name="Header Placeholder 4">
            <a:extLst>
              <a:ext uri="{FF2B5EF4-FFF2-40B4-BE49-F238E27FC236}">
                <a16:creationId xmlns:a16="http://schemas.microsoft.com/office/drawing/2014/main" id="{41B51B02-8A67-4838-AC13-907439018A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89" name="Rectangle 7">
            <a:extLst>
              <a:ext uri="{FF2B5EF4-FFF2-40B4-BE49-F238E27FC236}">
                <a16:creationId xmlns:a16="http://schemas.microsoft.com/office/drawing/2014/main" id="{0FABEBD1-76BC-4D29-B20D-B5DB6301E3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3DB15061-FDD0-4EC1-9339-F8F155A59ECB}" type="slidenum">
              <a:rPr lang="en-US" altLang="en-US" sz="1200" smtClean="0">
                <a:solidFill>
                  <a:srgbClr val="000000"/>
                </a:solidFill>
              </a:rPr>
              <a:pPr/>
              <a:t>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70690" name="Rectangle 2">
            <a:extLst>
              <a:ext uri="{FF2B5EF4-FFF2-40B4-BE49-F238E27FC236}">
                <a16:creationId xmlns:a16="http://schemas.microsoft.com/office/drawing/2014/main" id="{CFF35AF6-7727-43C9-972D-63426EFA58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0691" name="Rectangle 3">
            <a:extLst>
              <a:ext uri="{FF2B5EF4-FFF2-40B4-BE49-F238E27FC236}">
                <a16:creationId xmlns:a16="http://schemas.microsoft.com/office/drawing/2014/main" id="{CC45A132-7448-4BE2-ABFC-176E72FF8E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The major functions or requirements for an I/O module fall into the following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categories: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Control and timing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Processor communication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Device communication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Data buffering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Error detection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During any period of time, the processor may communicate with one or more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external devices in unpredictable patterns, depending on the program’s need for I/O.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internal resources, such as main memory and the system bus, must be shared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among a number of activities, including data I/O. Thus, the I/O function includes a</a:t>
            </a:r>
          </a:p>
          <a:p>
            <a:r>
              <a:rPr kumimoji="1" lang="en-US" altLang="en-US" sz="1300" b="1">
                <a:latin typeface="Times New Roman" panose="02020603050405020304" pitchFamily="18" charset="0"/>
              </a:rPr>
              <a:t>control and timing requirement</a:t>
            </a:r>
            <a:r>
              <a:rPr kumimoji="1" lang="en-US" altLang="en-US" sz="1300">
                <a:latin typeface="Times New Roman" panose="02020603050405020304" pitchFamily="18" charset="0"/>
              </a:rPr>
              <a:t>, to coordinate the flow of traffic between internal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resources and external devices. For example, the control of the transfer of data from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 external device to the processor might involve the following sequence of steps:</a:t>
            </a:r>
          </a:p>
          <a:p>
            <a:endParaRPr kumimoji="1" lang="en-US" altLang="en-US" sz="1300" b="1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1. The processor interrogates the I/O module to check the status of the attached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device.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2. The I/O module returns the device status.</a:t>
            </a:r>
          </a:p>
          <a:p>
            <a:endParaRPr kumimoji="1" lang="en-US" altLang="en-US" sz="1300" b="1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3. If the device is operational and ready to transmit, the processor requests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transfer of data, by means of a command to the I/O module.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4. The I/O module obtains a unit of data (e.g., 8 or 16 bits) from the external device.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5. The data are transferred from the I/O module to the processor.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If the system employs a bus, then each of the interactions between the processor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and the I/O module involves one or more bus arbitrations.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preceding simplified scenario also illustrates that the I/O module must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communicate with the processor and with the external device.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Processor communication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involves the following: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Command decoding: </a:t>
            </a:r>
            <a:r>
              <a:rPr kumimoji="1" lang="en-US" altLang="en-US" sz="1300">
                <a:latin typeface="Times New Roman" panose="02020603050405020304" pitchFamily="18" charset="0"/>
              </a:rPr>
              <a:t>The I/O module accepts commands from the processor,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typically sent as signals on the control bus. For example, an I/O module for a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disk drive might accept the following commands: READ SECTOR, WRITE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SECTOR, SEEK track number, and SCAN record ID. The latter two commands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each include a parameter that is sent on the data bus.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Data: </a:t>
            </a:r>
            <a:r>
              <a:rPr kumimoji="1" lang="en-US" altLang="en-US" sz="1300">
                <a:latin typeface="Times New Roman" panose="02020603050405020304" pitchFamily="18" charset="0"/>
              </a:rPr>
              <a:t>Data are exchanged between the processor and the I/O module over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data bus.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Status reporting: </a:t>
            </a:r>
            <a:r>
              <a:rPr kumimoji="1" lang="en-US" altLang="en-US" sz="1300">
                <a:latin typeface="Times New Roman" panose="02020603050405020304" pitchFamily="18" charset="0"/>
              </a:rPr>
              <a:t>Because peripherals are so slow, it is important to know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status of the I/O module. For example, if an I/O module is asked to send data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to the processor (read), it may not be ready to do so because it is still working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on the previous I/O command. This fact can be reported with a status signal.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Common status signals are BUSY and READY. There may also be signals to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report various error conditions.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Address recognition: </a:t>
            </a:r>
            <a:r>
              <a:rPr kumimoji="1" lang="en-US" altLang="en-US" sz="1300">
                <a:latin typeface="Times New Roman" panose="02020603050405020304" pitchFamily="18" charset="0"/>
              </a:rPr>
              <a:t>Just as each word of memory has an address, so does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each I/O device. Thus, an I/O module must recognize one unique address for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each peripheral it controls.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On the other side, the I/O module must be able to perform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device communication.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This communication involves commands, status information, and data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(Figure 7.2).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 essential task of an I/O module is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data buffering. </a:t>
            </a:r>
            <a:r>
              <a:rPr kumimoji="1" lang="en-US" altLang="en-US" sz="1300">
                <a:latin typeface="Times New Roman" panose="02020603050405020304" pitchFamily="18" charset="0"/>
              </a:rPr>
              <a:t>The need for this function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is apparent from Figure 2.11. Whereas the transfer rate into and out of main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memory or the processor is quite high, the rate is orders of magnitude lower for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many peripheral devices and covers a wide range. Data coming from main memory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are sent to an I/O module in a rapid burst. The data are buffered in the I/O module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and then sent to the peripheral device at its data rate. In the opposite direction, data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are buffered so as not to tie up the memory in a slow transfer operation. Thus,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I/O module must be able to operate at both device and memory speeds. Similarly, if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I/O device operates at a rate higher than the memory access rate, then the I/O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module performs the needed buffering operation.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Finally, an I/O module is often responsible for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error detection </a:t>
            </a:r>
            <a:r>
              <a:rPr kumimoji="1" lang="en-US" altLang="en-US" sz="1300">
                <a:latin typeface="Times New Roman" panose="02020603050405020304" pitchFamily="18" charset="0"/>
              </a:rPr>
              <a:t>and for subsequently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reporting errors to the processor. One class of errors includes mechanical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and electrical malfunctions reported by the device (e.g., paper jam, bad disk track).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Another class consists of unintentional changes to the bit pattern as it is transmitted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from device to I/O module. Some form of error-detecting code is often used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to detect transmission errors. A simple example is the use of a parity bit on each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character of data. For example, the IRA character code occupies 7 bits of a byte.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eighth bit is set so that the total number of 1s in the byte is even (even parity)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or odd (odd parity). When a byte is received, the I/O module checks the parity to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determine whether an error has occurred.</a:t>
            </a:r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7" name="Rectangle 7">
            <a:extLst>
              <a:ext uri="{FF2B5EF4-FFF2-40B4-BE49-F238E27FC236}">
                <a16:creationId xmlns:a16="http://schemas.microsoft.com/office/drawing/2014/main" id="{2926599C-5FBF-467A-8483-59248B3B88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3A2B72AC-48F4-497D-A128-D64A27232895}" type="slidenum">
              <a:rPr lang="en-US" altLang="en-US" sz="1200" smtClean="0"/>
              <a:pPr/>
              <a:t>9</a:t>
            </a:fld>
            <a:endParaRPr lang="en-US" altLang="en-US" sz="1200"/>
          </a:p>
        </p:txBody>
      </p:sp>
      <p:sp>
        <p:nvSpPr>
          <p:cNvPr id="372738" name="Rectangle 2">
            <a:extLst>
              <a:ext uri="{FF2B5EF4-FFF2-40B4-BE49-F238E27FC236}">
                <a16:creationId xmlns:a16="http://schemas.microsoft.com/office/drawing/2014/main" id="{5652C65C-3B49-44C4-BC1A-057E0424F9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2739" name="Rectangle 3">
            <a:extLst>
              <a:ext uri="{FF2B5EF4-FFF2-40B4-BE49-F238E27FC236}">
                <a16:creationId xmlns:a16="http://schemas.microsoft.com/office/drawing/2014/main" id="{3E659087-F9A2-415E-929A-8712031E7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72740" name="Header Placeholder 4">
            <a:extLst>
              <a:ext uri="{FF2B5EF4-FFF2-40B4-BE49-F238E27FC236}">
                <a16:creationId xmlns:a16="http://schemas.microsoft.com/office/drawing/2014/main" id="{2DBA1B45-A38B-4552-A937-EE4122CD91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5" name="Rectangle 7">
            <a:extLst>
              <a:ext uri="{FF2B5EF4-FFF2-40B4-BE49-F238E27FC236}">
                <a16:creationId xmlns:a16="http://schemas.microsoft.com/office/drawing/2014/main" id="{F46B2CBC-780D-454C-8A19-78A7CD3F66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08F2DBAF-CABF-4463-95C2-C3F2074B0129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374786" name="Rectangle 2">
            <a:extLst>
              <a:ext uri="{FF2B5EF4-FFF2-40B4-BE49-F238E27FC236}">
                <a16:creationId xmlns:a16="http://schemas.microsoft.com/office/drawing/2014/main" id="{D00801F5-1C0B-4956-9A96-6D85D9B7F31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4787" name="Rectangle 3">
            <a:extLst>
              <a:ext uri="{FF2B5EF4-FFF2-40B4-BE49-F238E27FC236}">
                <a16:creationId xmlns:a16="http://schemas.microsoft.com/office/drawing/2014/main" id="{2E777890-78FF-417A-A9AF-D0255E610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74788" name="Header Placeholder 4">
            <a:extLst>
              <a:ext uri="{FF2B5EF4-FFF2-40B4-BE49-F238E27FC236}">
                <a16:creationId xmlns:a16="http://schemas.microsoft.com/office/drawing/2014/main" id="{CF97A5F9-68F4-4024-A058-B171379D78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5" name="Rectangle 7">
            <a:extLst>
              <a:ext uri="{FF2B5EF4-FFF2-40B4-BE49-F238E27FC236}">
                <a16:creationId xmlns:a16="http://schemas.microsoft.com/office/drawing/2014/main" id="{EB5BD824-D801-4CE0-99C4-F07A6C6038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17BA8077-5BE1-4C01-B22C-6A2E7C3549F8}" type="slidenum">
              <a:rPr lang="en-US" altLang="en-US" sz="1200" smtClean="0">
                <a:solidFill>
                  <a:srgbClr val="000000"/>
                </a:solidFill>
              </a:rPr>
              <a:pPr/>
              <a:t>14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79906" name="Rectangle 2">
            <a:extLst>
              <a:ext uri="{FF2B5EF4-FFF2-40B4-BE49-F238E27FC236}">
                <a16:creationId xmlns:a16="http://schemas.microsoft.com/office/drawing/2014/main" id="{9467051C-2A69-4770-B51D-4A1B5117B2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9907" name="Rectangle 3">
            <a:extLst>
              <a:ext uri="{FF2B5EF4-FFF2-40B4-BE49-F238E27FC236}">
                <a16:creationId xmlns:a16="http://schemas.microsoft.com/office/drawing/2014/main" id="{D309C655-4ABB-4045-917A-AE68B1247E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The most common means of computer/user interaction is a keyboard/monitor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arrangement. The user provides input through the keyboard. This input is then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transmitted to the computer and may also be displayed on the monitor. In addition,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monitor displays data provided by the computer.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basic unit of exchange is the character. Associated with each character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is a code, typically 7 or 8 bits in length. The most commonly used text code is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International Reference Alphabet (IRA). Each character in this code is represented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by a unique 7-bit binary code; thus, 128 different characters can be represented.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Characters are of two types: printable and control. Printable characters are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alphabetic, numeric, and special characters that can be printed on paper or displayed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on a screen. Some of the control characters have to do with controlling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printing or displaying of characters; an example is carriage return. Other control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characters are concerned with communications procedures. See Appendix F for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details.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For keyboard input, when the user depresses a key, this generates an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electronic signal that is interpreted by the transducer in the keyboard and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translated into the bit pattern of the corresponding IRA code. This bit pattern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is then transmitted to the I/O module in the computer. At the computer,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text can be stored in the same IRA code. On output, IRA code characters are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transmitted to an external device from the I/O module. The transducer at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device interprets this code and sends the required electronic signals to the output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device either to display the indicated character or perform the requested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control function.</a:t>
            </a:r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1" name="Slide Image Placeholder 1">
            <a:extLst>
              <a:ext uri="{FF2B5EF4-FFF2-40B4-BE49-F238E27FC236}">
                <a16:creationId xmlns:a16="http://schemas.microsoft.com/office/drawing/2014/main" id="{0D9F1B5D-7406-446A-BE93-78A2183AD6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4002" name="Notes Placeholder 2">
            <a:extLst>
              <a:ext uri="{FF2B5EF4-FFF2-40B4-BE49-F238E27FC236}">
                <a16:creationId xmlns:a16="http://schemas.microsoft.com/office/drawing/2014/main" id="{C31F07DB-7DF1-4F51-B063-00AE7812D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Table 7.1 indicates the relationship among these three techniques. In this section,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we explore programmed I/O. Interrupt I/O and DMA are explored in the following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two sections, respectively.</a:t>
            </a:r>
          </a:p>
          <a:p>
            <a:endParaRPr lang="en-GB" altLang="en-US">
              <a:latin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84003" name="Slide Number Placeholder 3">
            <a:extLst>
              <a:ext uri="{FF2B5EF4-FFF2-40B4-BE49-F238E27FC236}">
                <a16:creationId xmlns:a16="http://schemas.microsoft.com/office/drawing/2014/main" id="{A14B8727-16F9-4C66-AAB6-3A744DCCD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6438B77F-236C-4D54-9FA0-0ED103285B93}" type="slidenum">
              <a:rPr lang="en-US" altLang="en-US" sz="1200" smtClean="0">
                <a:solidFill>
                  <a:srgbClr val="000000"/>
                </a:solidFill>
              </a:rPr>
              <a:pPr/>
              <a:t>17</a:t>
            </a:fld>
            <a:endParaRPr lang="en-US" altLang="en-US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3" name="Rectangle 7">
            <a:extLst>
              <a:ext uri="{FF2B5EF4-FFF2-40B4-BE49-F238E27FC236}">
                <a16:creationId xmlns:a16="http://schemas.microsoft.com/office/drawing/2014/main" id="{8EB44421-AE53-40CA-8295-2C7EC87BAB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D71B89CC-2DE0-42F6-93EA-B9DC6A162314}" type="slidenum">
              <a:rPr lang="en-US" altLang="en-US" sz="1200" smtClean="0">
                <a:solidFill>
                  <a:srgbClr val="000000"/>
                </a:solidFill>
              </a:rPr>
              <a:pPr/>
              <a:t>19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87074" name="Rectangle 2">
            <a:extLst>
              <a:ext uri="{FF2B5EF4-FFF2-40B4-BE49-F238E27FC236}">
                <a16:creationId xmlns:a16="http://schemas.microsoft.com/office/drawing/2014/main" id="{C7F324DE-BC61-4EAA-A789-B0A5EF5528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7075" name="Rectangle 3">
            <a:extLst>
              <a:ext uri="{FF2B5EF4-FFF2-40B4-BE49-F238E27FC236}">
                <a16:creationId xmlns:a16="http://schemas.microsoft.com/office/drawing/2014/main" id="{4BB7561C-75DF-4780-8C03-082B201E5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To execute an I/O-related instruction, the processor issues an address, specifying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particular I/O module and external device, and an I/O command. There are four types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of I/O commands that an I/O module may receive when it is addressed by a processor: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Control: </a:t>
            </a:r>
            <a:r>
              <a:rPr kumimoji="1" lang="en-US" altLang="en-US" sz="1300">
                <a:latin typeface="Times New Roman" panose="02020603050405020304" pitchFamily="18" charset="0"/>
              </a:rPr>
              <a:t>Used to activate a peripheral and tell it what to do. For example, a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magnetic-tape unit may be instructed to rewind or to move forward one record.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These commands are tailored to the particular type of peripheral device.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Test: </a:t>
            </a:r>
            <a:r>
              <a:rPr kumimoji="1" lang="en-US" altLang="en-US" sz="1300">
                <a:latin typeface="Times New Roman" panose="02020603050405020304" pitchFamily="18" charset="0"/>
              </a:rPr>
              <a:t>Used to test various status conditions associated with an I/O module and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its peripherals. The processor will want to know that the peripheral of interest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is powered on and available for use. It will also want to know if the most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recent I/O operation is completed and if any errors occurred.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Read: </a:t>
            </a:r>
            <a:r>
              <a:rPr kumimoji="1" lang="en-US" altLang="en-US" sz="1300">
                <a:latin typeface="Times New Roman" panose="02020603050405020304" pitchFamily="18" charset="0"/>
              </a:rPr>
              <a:t>Causes the I/O module to obtain an item of data from the peripheral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and place it in an internal buffer (depicted as a data register in Figure 7.3).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processor can then obtain the data item by requesting that the I/O module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place it on the data bus.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Write: </a:t>
            </a:r>
            <a:r>
              <a:rPr kumimoji="1" lang="en-US" altLang="en-US" sz="1300">
                <a:latin typeface="Times New Roman" panose="02020603050405020304" pitchFamily="18" charset="0"/>
              </a:rPr>
              <a:t>Causes the I/O module to take an item of data (byte or word) from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data bus and subsequently transmit that data item to the peripheral.</a:t>
            </a:r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1" name="Slide Image Placeholder 1">
            <a:extLst>
              <a:ext uri="{FF2B5EF4-FFF2-40B4-BE49-F238E27FC236}">
                <a16:creationId xmlns:a16="http://schemas.microsoft.com/office/drawing/2014/main" id="{E99E83F6-FA59-40D4-B2C5-6B1F3B04D2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22" name="Notes Placeholder 2">
            <a:extLst>
              <a:ext uri="{FF2B5EF4-FFF2-40B4-BE49-F238E27FC236}">
                <a16:creationId xmlns:a16="http://schemas.microsoft.com/office/drawing/2014/main" id="{468AF989-1906-4B8E-BFF0-8E08DCB6E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Figure 7.4a gives an example of the use of programmed I/O to read in a block of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data from a peripheral device (e.g., a record from tape) into memory. Data are read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in one word (e.g., 16 bits) at a time. For each word that is read in, the processor must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remain in a status-checking cycle until it determines that the word is available in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I/O module’s data register. This flowchart highlights the main disadvantage of this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technique: it is a time-consuming process that keeps the processor busy needlessly.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89123" name="Slide Number Placeholder 3">
            <a:extLst>
              <a:ext uri="{FF2B5EF4-FFF2-40B4-BE49-F238E27FC236}">
                <a16:creationId xmlns:a16="http://schemas.microsoft.com/office/drawing/2014/main" id="{E057CBB1-D1D5-4EDF-A9DD-3722595BD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A36FBC8C-34CA-4195-A476-295208262FB9}" type="slidenum">
              <a:rPr lang="en-US" altLang="en-US" sz="1200" smtClean="0">
                <a:solidFill>
                  <a:srgbClr val="000000"/>
                </a:solidFill>
              </a:rPr>
              <a:pPr/>
              <a:t>20</a:t>
            </a:fld>
            <a:endParaRPr lang="en-US" altLang="en-US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69" name="Rectangle 7">
            <a:extLst>
              <a:ext uri="{FF2B5EF4-FFF2-40B4-BE49-F238E27FC236}">
                <a16:creationId xmlns:a16="http://schemas.microsoft.com/office/drawing/2014/main" id="{6F6EECD3-DED2-41E6-904F-5C59BB91FE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17C107DE-0DA7-4E27-8580-E430DA9B608C}" type="slidenum">
              <a:rPr lang="en-US" altLang="en-US" sz="1200" smtClean="0"/>
              <a:pPr/>
              <a:t>21</a:t>
            </a:fld>
            <a:endParaRPr lang="en-US" altLang="en-US" sz="1200"/>
          </a:p>
        </p:txBody>
      </p:sp>
      <p:sp>
        <p:nvSpPr>
          <p:cNvPr id="391170" name="Rectangle 2">
            <a:extLst>
              <a:ext uri="{FF2B5EF4-FFF2-40B4-BE49-F238E27FC236}">
                <a16:creationId xmlns:a16="http://schemas.microsoft.com/office/drawing/2014/main" id="{6BA4250F-86DE-41C4-AFF9-407990DE454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4A53050D-F6C2-4FF9-B459-7D8A4392D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91172" name="Header Placeholder 4">
            <a:extLst>
              <a:ext uri="{FF2B5EF4-FFF2-40B4-BE49-F238E27FC236}">
                <a16:creationId xmlns:a16="http://schemas.microsoft.com/office/drawing/2014/main" id="{BD4052EE-36DD-4E23-896B-623E59001A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7" name="Rectangle 7">
            <a:extLst>
              <a:ext uri="{FF2B5EF4-FFF2-40B4-BE49-F238E27FC236}">
                <a16:creationId xmlns:a16="http://schemas.microsoft.com/office/drawing/2014/main" id="{C3F4C7CF-CDA2-4C94-AB9C-F8C35BF077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E7F64E84-44C4-4A09-92CB-F600695B8AFF}" type="slidenum">
              <a:rPr lang="en-US" altLang="en-US" sz="1200" smtClean="0"/>
              <a:pPr/>
              <a:t>22</a:t>
            </a:fld>
            <a:endParaRPr lang="en-US" altLang="en-US" sz="1200"/>
          </a:p>
        </p:txBody>
      </p:sp>
      <p:sp>
        <p:nvSpPr>
          <p:cNvPr id="393218" name="Rectangle 2">
            <a:extLst>
              <a:ext uri="{FF2B5EF4-FFF2-40B4-BE49-F238E27FC236}">
                <a16:creationId xmlns:a16="http://schemas.microsoft.com/office/drawing/2014/main" id="{3E686811-87E2-483F-9D8A-D265C338F84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id="{EC1C7880-E9D0-4FD1-A2FC-889B4A0F3A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93220" name="Header Placeholder 4">
            <a:extLst>
              <a:ext uri="{FF2B5EF4-FFF2-40B4-BE49-F238E27FC236}">
                <a16:creationId xmlns:a16="http://schemas.microsoft.com/office/drawing/2014/main" id="{DCAEDED1-E388-4941-8E1A-F26494248C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89" name="Rectangle 7">
            <a:extLst>
              <a:ext uri="{FF2B5EF4-FFF2-40B4-BE49-F238E27FC236}">
                <a16:creationId xmlns:a16="http://schemas.microsoft.com/office/drawing/2014/main" id="{10C38CB7-8185-4960-B308-B12FF6934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98F61FDD-DA08-4A3A-8C99-AD8389E9AAD9}" type="slidenum">
              <a:rPr lang="en-US" altLang="en-US" sz="1200" smtClean="0"/>
              <a:pPr/>
              <a:t>24</a:t>
            </a:fld>
            <a:endParaRPr lang="en-US" altLang="en-US" sz="1200"/>
          </a:p>
        </p:txBody>
      </p:sp>
      <p:sp>
        <p:nvSpPr>
          <p:cNvPr id="396290" name="Rectangle 2">
            <a:extLst>
              <a:ext uri="{FF2B5EF4-FFF2-40B4-BE49-F238E27FC236}">
                <a16:creationId xmlns:a16="http://schemas.microsoft.com/office/drawing/2014/main" id="{4BF3DD16-AAE6-4CE9-88E8-260B479C9AE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id="{9FB5872E-51BB-490B-A73E-9BA893C3FA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96292" name="Header Placeholder 4">
            <a:extLst>
              <a:ext uri="{FF2B5EF4-FFF2-40B4-BE49-F238E27FC236}">
                <a16:creationId xmlns:a16="http://schemas.microsoft.com/office/drawing/2014/main" id="{BE7EB651-C8FD-4EFC-A8A1-997801FA79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7" name="Rectangle 7">
            <a:extLst>
              <a:ext uri="{FF2B5EF4-FFF2-40B4-BE49-F238E27FC236}">
                <a16:creationId xmlns:a16="http://schemas.microsoft.com/office/drawing/2014/main" id="{F052CF3A-6622-4D9E-A4A6-2A3D8730FF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E54B3387-8EDE-4B19-9D80-0E60788BBF33}" type="slidenum">
              <a:rPr lang="en-US" altLang="en-US" sz="1200" smtClean="0"/>
              <a:pPr/>
              <a:t>25</a:t>
            </a:fld>
            <a:endParaRPr lang="en-US" altLang="en-US" sz="1200"/>
          </a:p>
        </p:txBody>
      </p:sp>
      <p:sp>
        <p:nvSpPr>
          <p:cNvPr id="398338" name="Rectangle 2">
            <a:extLst>
              <a:ext uri="{FF2B5EF4-FFF2-40B4-BE49-F238E27FC236}">
                <a16:creationId xmlns:a16="http://schemas.microsoft.com/office/drawing/2014/main" id="{FA125941-55A6-4B45-9CA5-A4FEE452277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085ECF78-EFBF-4C3C-B1FC-03022B5E0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98340" name="Header Placeholder 4">
            <a:extLst>
              <a:ext uri="{FF2B5EF4-FFF2-40B4-BE49-F238E27FC236}">
                <a16:creationId xmlns:a16="http://schemas.microsoft.com/office/drawing/2014/main" id="{F60F51F9-DEC2-4EEB-A195-7D1E6C0A24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5" name="Rectangle 7">
            <a:extLst>
              <a:ext uri="{FF2B5EF4-FFF2-40B4-BE49-F238E27FC236}">
                <a16:creationId xmlns:a16="http://schemas.microsoft.com/office/drawing/2014/main" id="{C28CDB74-C185-4F1F-95F7-DDC2FDF97D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CBE1214B-C2C0-4D59-B943-A35D593AE281}" type="slidenum">
              <a:rPr lang="en-US" altLang="en-US" sz="1200" smtClean="0">
                <a:solidFill>
                  <a:srgbClr val="000000"/>
                </a:solidFill>
              </a:rPr>
              <a:pPr/>
              <a:t>26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00386" name="Rectangle 2">
            <a:extLst>
              <a:ext uri="{FF2B5EF4-FFF2-40B4-BE49-F238E27FC236}">
                <a16:creationId xmlns:a16="http://schemas.microsoft.com/office/drawing/2014/main" id="{98C79DC8-00C9-4471-8736-77651C70E0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0387" name="Rectangle 3">
            <a:extLst>
              <a:ext uri="{FF2B5EF4-FFF2-40B4-BE49-F238E27FC236}">
                <a16:creationId xmlns:a16="http://schemas.microsoft.com/office/drawing/2014/main" id="{1AAB5DA8-27EF-4A37-B0D3-9E45CBBD11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The problem with programmed I/O is that the processor has to wait a long time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for the I/O module of concern to be ready for either reception or transmission of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data. The processor, while waiting, must repeatedly interrogate the status of the I/O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module. As a result, the level of the performance of the entire system is severely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degraded.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 alternative is for the processor to issue an I/O command to a module and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then go on to do some other useful work. The I/O module will then interrupt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processor to request service when it is ready to exchange data with the processor.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processor then executes the data transfer, as before, and then resumes its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former processing.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Let us consider how this works, first from the point of view of the I/O module.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For input, the I/O module receives a READ command from the processor. The I/O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module then proceeds to read data in from an associated peripheral. Once the data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are in the module’s data register, the module signals an interrupt to the processor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over a control line. The module then waits until its data are requested by the processor.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When the request is made, the module places its data on the data bus and is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then ready for another I/O operation.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From the processor’s point of view, the action for input is as follows. The processor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issues a READ command. It then goes off and does something else (e.g.,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processor may be working on several different programs at the same time). At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end of each instruction cycle, the processor checks for interrupts (Figure 3.9). When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interrupt from the I/O module occurs, the processor saves the context (e.g., program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counter and processor registers) of the current program and processes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interrupt. In this case, the processor reads the word of data from the I/O module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and stores it in memory. It then restores the context of the program it was working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on (or some other program) and resumes execution.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Figure 7.4b shows the use of interrupt I/O for reading in a block of data.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Compare this with Figure 7.4a. Interrupt I/O is more efficient than programmed I/O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because it eliminates needless waiting. However, interrupt I/O still consumes a lot of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processor time, because every word of data that goes from memory to I/O module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or from I/O module to memory must pass through the processor.</a:t>
            </a:r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3" name="Rectangle 7">
            <a:extLst>
              <a:ext uri="{FF2B5EF4-FFF2-40B4-BE49-F238E27FC236}">
                <a16:creationId xmlns:a16="http://schemas.microsoft.com/office/drawing/2014/main" id="{57B78A90-E555-4ADC-8CF8-9ADA583DFC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79E020DA-EFE7-4A4C-85F4-A532E9D3E6E2}" type="slidenum">
              <a:rPr lang="en-US" altLang="en-US" sz="1200" smtClean="0"/>
              <a:pPr/>
              <a:t>27</a:t>
            </a:fld>
            <a:endParaRPr lang="en-US" altLang="en-US" sz="1200"/>
          </a:p>
        </p:txBody>
      </p:sp>
      <p:sp>
        <p:nvSpPr>
          <p:cNvPr id="402434" name="Rectangle 2">
            <a:extLst>
              <a:ext uri="{FF2B5EF4-FFF2-40B4-BE49-F238E27FC236}">
                <a16:creationId xmlns:a16="http://schemas.microsoft.com/office/drawing/2014/main" id="{F155FBEA-680B-4DA3-A525-1A0E7F3BB55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869932FF-7F36-4EED-945A-82D12FB55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402436" name="Header Placeholder 4">
            <a:extLst>
              <a:ext uri="{FF2B5EF4-FFF2-40B4-BE49-F238E27FC236}">
                <a16:creationId xmlns:a16="http://schemas.microsoft.com/office/drawing/2014/main" id="{8EF49275-A928-47A0-954A-EE653AD814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5" name="Rectangle 7">
            <a:extLst>
              <a:ext uri="{FF2B5EF4-FFF2-40B4-BE49-F238E27FC236}">
                <a16:creationId xmlns:a16="http://schemas.microsoft.com/office/drawing/2014/main" id="{BF40698D-0149-4009-B672-875E7EFEE2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2AEDAEF8-B055-4F78-BFC6-88B130772E42}" type="slidenum">
              <a:rPr lang="en-US" altLang="en-US" sz="1200" smtClean="0"/>
              <a:pPr/>
              <a:t>29</a:t>
            </a:fld>
            <a:endParaRPr lang="en-US" altLang="en-US" sz="1200"/>
          </a:p>
        </p:txBody>
      </p:sp>
      <p:sp>
        <p:nvSpPr>
          <p:cNvPr id="405506" name="Rectangle 2">
            <a:extLst>
              <a:ext uri="{FF2B5EF4-FFF2-40B4-BE49-F238E27FC236}">
                <a16:creationId xmlns:a16="http://schemas.microsoft.com/office/drawing/2014/main" id="{B7A1A7FB-9CF9-4999-997A-8C2EA33674A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5507" name="Rectangle 3">
            <a:extLst>
              <a:ext uri="{FF2B5EF4-FFF2-40B4-BE49-F238E27FC236}">
                <a16:creationId xmlns:a16="http://schemas.microsoft.com/office/drawing/2014/main" id="{12B5BF4B-B0F3-4308-AF63-F24477ED34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405508" name="Header Placeholder 4">
            <a:extLst>
              <a:ext uri="{FF2B5EF4-FFF2-40B4-BE49-F238E27FC236}">
                <a16:creationId xmlns:a16="http://schemas.microsoft.com/office/drawing/2014/main" id="{6FBA92EC-47D5-42F7-9517-44EFFF16E5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3" name="Rectangle 7">
            <a:extLst>
              <a:ext uri="{FF2B5EF4-FFF2-40B4-BE49-F238E27FC236}">
                <a16:creationId xmlns:a16="http://schemas.microsoft.com/office/drawing/2014/main" id="{7CE9AA51-630C-4176-9A92-915CF578B9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CB4DAC72-1ED6-49A9-B951-6990D400BCD6}" type="slidenum">
              <a:rPr lang="en-US" altLang="en-US" sz="1200" smtClean="0">
                <a:solidFill>
                  <a:srgbClr val="000000"/>
                </a:solidFill>
              </a:rPr>
              <a:pPr/>
              <a:t>30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07554" name="Rectangle 2">
            <a:extLst>
              <a:ext uri="{FF2B5EF4-FFF2-40B4-BE49-F238E27FC236}">
                <a16:creationId xmlns:a16="http://schemas.microsoft.com/office/drawing/2014/main" id="{598CCD61-5F49-401B-927B-2A5819AFF8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>
            <a:extLst>
              <a:ext uri="{FF2B5EF4-FFF2-40B4-BE49-F238E27FC236}">
                <a16:creationId xmlns:a16="http://schemas.microsoft.com/office/drawing/2014/main" id="{DEC46622-6317-4FBF-A692-90DBAE09E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Two design issues arise in implementing interrupt I/O. First, because there will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almost invariably be multiple I/O modules, how does the processor determine which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device issued the interrupt? And second, if multiple interrupts have occurred, how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does the processor decide which one to process?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1" name="Rectangle 7">
            <a:extLst>
              <a:ext uri="{FF2B5EF4-FFF2-40B4-BE49-F238E27FC236}">
                <a16:creationId xmlns:a16="http://schemas.microsoft.com/office/drawing/2014/main" id="{D964E4DE-8AA8-4E3C-ACA9-0544E5001B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FD2FCA79-7A7A-4CD7-BD83-C670074037CC}" type="slidenum">
              <a:rPr lang="en-US" altLang="en-US" sz="1200" smtClean="0">
                <a:solidFill>
                  <a:srgbClr val="000000"/>
                </a:solidFill>
              </a:rPr>
              <a:pPr/>
              <a:t>31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09602" name="Rectangle 2">
            <a:extLst>
              <a:ext uri="{FF2B5EF4-FFF2-40B4-BE49-F238E27FC236}">
                <a16:creationId xmlns:a16="http://schemas.microsoft.com/office/drawing/2014/main" id="{7C4465CD-227D-4D9A-8225-0E42C2A073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03" name="Rectangle 3">
            <a:extLst>
              <a:ext uri="{FF2B5EF4-FFF2-40B4-BE49-F238E27FC236}">
                <a16:creationId xmlns:a16="http://schemas.microsoft.com/office/drawing/2014/main" id="{34B4FC97-1A96-4903-BA6C-0E9B9D1B0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The Intel 80386 provides a single Interrupt Request (INTR) and a single Interrupt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Acknowledge (INTA) line. To allow the 80386 to handle a variety of devices and priority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structures, it is usually configured with an external interrupt arbiter, the 82C59A.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External devices are connected to the 82C59A, which in turn connects to the 80386.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Figure 7.8 shows the use of the 82C59A to connect multiple I/O modules for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80386. A single 82C59A can handle up to eight modules. If control for more than eight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modules is required, a cascade arrangement can be used to handle up to 64 modules.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82C59A’s sole responsibility is the management of interrupts. It accepts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interrupt requests from attached modules, determines which interrupt has the highest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priority, and then signals the processor by raising the INTR line. The processor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acknowledges via the INTA line. This prompts the 82C59A to place the appropriate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vector information on the data bus. The processor can then proceed to process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interrupt and to communicate directly with the I/O module to read or write data.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82C59A is programmable. The 80386 determines the priority scheme to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be used by setting a control word in the 82C59A. The following interrupt modes are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possible: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Fully nested: </a:t>
            </a:r>
            <a:r>
              <a:rPr kumimoji="1" lang="en-US" altLang="en-US" sz="1300">
                <a:latin typeface="Times New Roman" panose="02020603050405020304" pitchFamily="18" charset="0"/>
              </a:rPr>
              <a:t>The interrupt requests are ordered in priority from 0 (IR0)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through 7 (IR7).</a:t>
            </a:r>
            <a:endParaRPr kumimoji="1" lang="en-GB" altLang="en-US" sz="1300">
              <a:latin typeface="Times New Roman" panose="02020603050405020304" pitchFamily="18" charset="0"/>
            </a:endParaRPr>
          </a:p>
          <a:p>
            <a:endParaRPr kumimoji="1" lang="en-GB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 b="1">
                <a:latin typeface="Times New Roman" panose="02020603050405020304" pitchFamily="18" charset="0"/>
              </a:rPr>
              <a:t>Rotating: </a:t>
            </a:r>
            <a:r>
              <a:rPr kumimoji="1" lang="en-US" altLang="en-US" sz="1300">
                <a:latin typeface="Times New Roman" panose="02020603050405020304" pitchFamily="18" charset="0"/>
              </a:rPr>
              <a:t>In some applications a number of interrupting devices are of equal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priority. In this mode a device, after being serviced, receives the lowest priority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in the group.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•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Special mask: </a:t>
            </a:r>
            <a:r>
              <a:rPr kumimoji="1" lang="en-US" altLang="en-US" sz="1300">
                <a:latin typeface="Times New Roman" panose="02020603050405020304" pitchFamily="18" charset="0"/>
              </a:rPr>
              <a:t>This allows the processor to inhibit interrupts from certain devices.</a:t>
            </a:r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49" name="Slide Image Placeholder 1">
            <a:extLst>
              <a:ext uri="{FF2B5EF4-FFF2-40B4-BE49-F238E27FC236}">
                <a16:creationId xmlns:a16="http://schemas.microsoft.com/office/drawing/2014/main" id="{6CDA8CEC-6C14-4CCD-835D-25F337DAB3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8633B-469E-440E-819F-935A4A4AD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As an example of an I/O module used for programmed I/O and interrupt-driven I/O,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we consider the Intel 82C55A Programmable Peripheral Interface. The 82C55A is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a single-chip, general-purpose I/O module designed for use with the Intel 80386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processor. Figure 7.9 shows a general block diagram plus the pin assignment for the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40-pin package in which it is housed.</a:t>
            </a:r>
          </a:p>
          <a:p>
            <a:pPr>
              <a:defRPr/>
            </a:pPr>
            <a:endParaRPr kumimoji="1" lang="en-US" sz="1300" dirty="0">
              <a:latin typeface="Times New Roman" pitchFamily="-110" charset="0"/>
            </a:endParaRP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The right side of the block diagram is the external interface of the 82C55A.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The 24 I/O lines are programmable by the 80386 by means of the control register.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The 80386 can set the value of the control register to specify a variety of operating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modes and configurations. The 24 lines are divided into three 8-bit groups (A, B, C).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Each group can function as an 8-bit I/O port. In addition, group C is subdivided into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4-bit groups (C</a:t>
            </a:r>
            <a:r>
              <a:rPr kumimoji="1" lang="en-US" sz="1300" baseline="-25000" dirty="0">
                <a:latin typeface="Times New Roman" pitchFamily="-110" charset="0"/>
              </a:rPr>
              <a:t>A</a:t>
            </a:r>
            <a:r>
              <a:rPr kumimoji="1" lang="en-US" sz="1300" dirty="0">
                <a:latin typeface="Times New Roman" pitchFamily="-110" charset="0"/>
              </a:rPr>
              <a:t> and C</a:t>
            </a:r>
            <a:r>
              <a:rPr kumimoji="1" lang="en-US" sz="1300" baseline="-25000" dirty="0">
                <a:latin typeface="Times New Roman" pitchFamily="-110" charset="0"/>
              </a:rPr>
              <a:t>B</a:t>
            </a:r>
            <a:r>
              <a:rPr kumimoji="1" lang="en-US" sz="1300" dirty="0">
                <a:latin typeface="Times New Roman" pitchFamily="-110" charset="0"/>
              </a:rPr>
              <a:t>), which may be used in conjunction with the A and B I/O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ports. Configured in this manner, group C lines carry control and status signals.</a:t>
            </a:r>
          </a:p>
          <a:p>
            <a:pPr>
              <a:defRPr/>
            </a:pPr>
            <a:endParaRPr kumimoji="1" lang="en-US" sz="1300" dirty="0">
              <a:latin typeface="Times New Roman" pitchFamily="-110" charset="0"/>
            </a:endParaRP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The left side of the block diagram is the internal interface to the 80386 bus. It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includes an 8-bit bidirectional data bus (D0 through D7), used to transfer data to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and from the I/O ports and to transfer control information to the control register.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The two address lines specify one of the three I/O ports or the control register.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A transfer takes place when the CHIP SELECT line is enabled together with either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the READ or WRITE line. The RESET line is used to initialize the module.</a:t>
            </a:r>
          </a:p>
          <a:p>
            <a:pPr>
              <a:defRPr/>
            </a:pPr>
            <a:endParaRPr kumimoji="1" lang="en-US" sz="1300" dirty="0">
              <a:latin typeface="Times New Roman" pitchFamily="-110" charset="0"/>
            </a:endParaRP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The control register is loaded by the processor to control the mode of operation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and to define signals, if any. In Mode 0 operation, the three groups of eight external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lines function as three 8-bit I/O ports. Each port can be designated as input or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output. Otherwise, groups A and B function as I/O ports, and the lines of group C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serve as control lines for A and B. The control signals serve two principal purposes: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“handshaking” and interrupt request. Handshaking is a simple timing mechanism.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One control line is used by the sender as a DATA READY line, to indicate when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the data are present on the I/O data lines. Another line is used by the receiver as an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ACKNOWLEDGE, indicating that the data have been read and the data lines may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be cleared. Another line may be designated as an INTERRUPT REQUEST line and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tied back to the system bus.</a:t>
            </a:r>
            <a:endParaRPr lang="en-US" dirty="0"/>
          </a:p>
        </p:txBody>
      </p:sp>
      <p:sp>
        <p:nvSpPr>
          <p:cNvPr id="411651" name="Slide Number Placeholder 3">
            <a:extLst>
              <a:ext uri="{FF2B5EF4-FFF2-40B4-BE49-F238E27FC236}">
                <a16:creationId xmlns:a16="http://schemas.microsoft.com/office/drawing/2014/main" id="{1F1CA271-0709-4598-BE5A-231E24912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A2671F02-F96B-4CC9-A2A0-7A43DF08D108}" type="slidenum">
              <a:rPr lang="en-US" altLang="en-US" sz="1200" smtClean="0">
                <a:solidFill>
                  <a:srgbClr val="000000"/>
                </a:solidFill>
              </a:rPr>
              <a:pPr/>
              <a:t>32</a:t>
            </a:fld>
            <a:endParaRPr lang="en-US" altLang="en-US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7" name="Slide Image Placeholder 1">
            <a:extLst>
              <a:ext uri="{FF2B5EF4-FFF2-40B4-BE49-F238E27FC236}">
                <a16:creationId xmlns:a16="http://schemas.microsoft.com/office/drawing/2014/main" id="{CF2E2E1F-53F3-44CA-BABF-BDA4761A3F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3698" name="Notes Placeholder 2">
            <a:extLst>
              <a:ext uri="{FF2B5EF4-FFF2-40B4-BE49-F238E27FC236}">
                <a16:creationId xmlns:a16="http://schemas.microsoft.com/office/drawing/2014/main" id="{15910CD1-9ECF-4899-AF32-719209289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Because the 82C55A is programmable via the control register, it can be used to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control a variety of simple peripheral devices. Figure 7.10 illustrates its use to control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 keyboard/display terminal. The keyboard provides 8 bits of input. Two of these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bits, SHIFT and CONTROL, have special meaning to the keyboard-handling program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executing in the processor. However, this interpretation is transparent to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82C55A, which simply accepts the 8 bits of data and presents them on the system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data bus. Two handshaking control lines are provided for use with the keyboard.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display is also linked by an 8-bit data port. Again, two of the bits have special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meanings that are transparent to the 82C55A. In addition to two handshaking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lines, two lines provide additional control functions.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13699" name="Slide Number Placeholder 3">
            <a:extLst>
              <a:ext uri="{FF2B5EF4-FFF2-40B4-BE49-F238E27FC236}">
                <a16:creationId xmlns:a16="http://schemas.microsoft.com/office/drawing/2014/main" id="{D0AE14A8-5F02-463F-A83D-B44A754E6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727CC521-B382-43F2-A8D2-62579D09C5F2}" type="slidenum">
              <a:rPr lang="en-US" altLang="en-US" sz="1200" smtClean="0">
                <a:solidFill>
                  <a:srgbClr val="000000"/>
                </a:solidFill>
              </a:rPr>
              <a:pPr/>
              <a:t>33</a:t>
            </a:fld>
            <a:endParaRPr lang="en-US" altLang="en-US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5" name="Rectangle 7">
            <a:extLst>
              <a:ext uri="{FF2B5EF4-FFF2-40B4-BE49-F238E27FC236}">
                <a16:creationId xmlns:a16="http://schemas.microsoft.com/office/drawing/2014/main" id="{92087D55-885D-42A7-9D84-B358BFD3E3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94D9CB79-716C-4F47-98F0-57A87CBBF955}" type="slidenum">
              <a:rPr lang="en-US" altLang="en-US" sz="1200" smtClean="0">
                <a:solidFill>
                  <a:srgbClr val="000000"/>
                </a:solidFill>
              </a:rPr>
              <a:pPr/>
              <a:t>34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15746" name="Rectangle 2">
            <a:extLst>
              <a:ext uri="{FF2B5EF4-FFF2-40B4-BE49-F238E27FC236}">
                <a16:creationId xmlns:a16="http://schemas.microsoft.com/office/drawing/2014/main" id="{65B3499E-E9CD-4A24-BB26-050E8161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5747" name="Rectangle 3">
            <a:extLst>
              <a:ext uri="{FF2B5EF4-FFF2-40B4-BE49-F238E27FC236}">
                <a16:creationId xmlns:a16="http://schemas.microsoft.com/office/drawing/2014/main" id="{096C0625-2C89-4D34-8443-95515D26B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Interrupt-driven I/O, though more efficient than simple programmed I/O, still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requires the active intervention of the processor to transfer data between memory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and an I/O module, and any data transfer must traverse a path through the processor.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Thus, both these forms of I/O suffer from two inherent drawbacks:</a:t>
            </a:r>
          </a:p>
          <a:p>
            <a:endParaRPr kumimoji="1" lang="en-US" altLang="en-US" sz="1300" b="1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1. The I/O transfer rate is limited by the speed with which the processor can test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and service a device.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2. The processor is tied up in managing an I/O transfer; a number of instructions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must be executed for each I/O transfer (e.g., Figure 7.5).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There is somewhat of a trade-off between these two drawbacks. Consider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transfer of a block of data. Using simple programmed I/O, the processor is dedicated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to the task of I/O and can move data at a rather high rate, at the cost of doing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nothing else. Interrupt I/O frees up the processor to some extent at the expense of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I/O transfer rate. Nevertheless, both methods have an adverse impact on both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processor activity and I/O transfer rate.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When large volumes of data are to be moved, a more efficient technique is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required: direct memory access (DMA).</a:t>
            </a:r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3" name="Rectangle 7">
            <a:extLst>
              <a:ext uri="{FF2B5EF4-FFF2-40B4-BE49-F238E27FC236}">
                <a16:creationId xmlns:a16="http://schemas.microsoft.com/office/drawing/2014/main" id="{0E3E917A-56E4-42B0-B510-7C3B4B3612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9DAB47C6-4584-4762-AE03-A6CAD57A04A0}" type="slidenum">
              <a:rPr lang="en-US" altLang="en-US" sz="1200" smtClean="0"/>
              <a:pPr/>
              <a:t>35</a:t>
            </a:fld>
            <a:endParaRPr lang="en-US" altLang="en-US" sz="1200"/>
          </a:p>
        </p:txBody>
      </p:sp>
      <p:sp>
        <p:nvSpPr>
          <p:cNvPr id="417794" name="Rectangle 2">
            <a:extLst>
              <a:ext uri="{FF2B5EF4-FFF2-40B4-BE49-F238E27FC236}">
                <a16:creationId xmlns:a16="http://schemas.microsoft.com/office/drawing/2014/main" id="{6924C554-997C-40B1-B505-36ACFCA4162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7795" name="Rectangle 3">
            <a:extLst>
              <a:ext uri="{FF2B5EF4-FFF2-40B4-BE49-F238E27FC236}">
                <a16:creationId xmlns:a16="http://schemas.microsoft.com/office/drawing/2014/main" id="{ACB72E59-6603-46EE-8E48-44C9338AD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417796" name="Header Placeholder 4">
            <a:extLst>
              <a:ext uri="{FF2B5EF4-FFF2-40B4-BE49-F238E27FC236}">
                <a16:creationId xmlns:a16="http://schemas.microsoft.com/office/drawing/2014/main" id="{882A734D-F1D4-404F-9B65-C61C81F632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1" name="Rectangle 7">
            <a:extLst>
              <a:ext uri="{FF2B5EF4-FFF2-40B4-BE49-F238E27FC236}">
                <a16:creationId xmlns:a16="http://schemas.microsoft.com/office/drawing/2014/main" id="{774FCE52-30E6-4C8C-B38C-40E7B9B780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84183A4D-EB16-4622-A5DC-32F89444006B}" type="slidenum">
              <a:rPr lang="en-US" altLang="en-US" sz="1200" smtClean="0"/>
              <a:pPr/>
              <a:t>36</a:t>
            </a:fld>
            <a:endParaRPr lang="en-US" altLang="en-US" sz="1200"/>
          </a:p>
        </p:txBody>
      </p:sp>
      <p:sp>
        <p:nvSpPr>
          <p:cNvPr id="419842" name="Rectangle 2">
            <a:extLst>
              <a:ext uri="{FF2B5EF4-FFF2-40B4-BE49-F238E27FC236}">
                <a16:creationId xmlns:a16="http://schemas.microsoft.com/office/drawing/2014/main" id="{E6647351-FFCE-4713-BF27-26A6D2986D9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43" name="Rectangle 3">
            <a:extLst>
              <a:ext uri="{FF2B5EF4-FFF2-40B4-BE49-F238E27FC236}">
                <a16:creationId xmlns:a16="http://schemas.microsoft.com/office/drawing/2014/main" id="{F8662E06-6EE7-4BEF-911A-82CEC66350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419844" name="Header Placeholder 4">
            <a:extLst>
              <a:ext uri="{FF2B5EF4-FFF2-40B4-BE49-F238E27FC236}">
                <a16:creationId xmlns:a16="http://schemas.microsoft.com/office/drawing/2014/main" id="{21353BC8-BCDF-405F-8AAD-E914909892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3" name="Rectangle 7">
            <a:extLst>
              <a:ext uri="{FF2B5EF4-FFF2-40B4-BE49-F238E27FC236}">
                <a16:creationId xmlns:a16="http://schemas.microsoft.com/office/drawing/2014/main" id="{A9F2C3FF-9BEA-48B3-A94E-E54667DD53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832E1739-C725-498D-A49B-5429C5482003}" type="slidenum">
              <a:rPr lang="en-US" altLang="en-US" sz="1200" smtClean="0"/>
              <a:pPr/>
              <a:t>38</a:t>
            </a:fld>
            <a:endParaRPr lang="en-US" altLang="en-US" sz="1200"/>
          </a:p>
        </p:txBody>
      </p:sp>
      <p:sp>
        <p:nvSpPr>
          <p:cNvPr id="422914" name="Rectangle 2">
            <a:extLst>
              <a:ext uri="{FF2B5EF4-FFF2-40B4-BE49-F238E27FC236}">
                <a16:creationId xmlns:a16="http://schemas.microsoft.com/office/drawing/2014/main" id="{351DA8DA-7328-4C40-B611-33E3D37E212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2915" name="Rectangle 3">
            <a:extLst>
              <a:ext uri="{FF2B5EF4-FFF2-40B4-BE49-F238E27FC236}">
                <a16:creationId xmlns:a16="http://schemas.microsoft.com/office/drawing/2014/main" id="{F21A81EA-63B0-413B-BEE1-2DA1FAB35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422916" name="Header Placeholder 4">
            <a:extLst>
              <a:ext uri="{FF2B5EF4-FFF2-40B4-BE49-F238E27FC236}">
                <a16:creationId xmlns:a16="http://schemas.microsoft.com/office/drawing/2014/main" id="{7653CC70-DEA7-4DA4-99E8-36F05EA425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5" name="Rectangle 7">
            <a:extLst>
              <a:ext uri="{FF2B5EF4-FFF2-40B4-BE49-F238E27FC236}">
                <a16:creationId xmlns:a16="http://schemas.microsoft.com/office/drawing/2014/main" id="{68568BF6-12A0-458F-896F-53021F5CE4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35564522-CDD6-4398-97F3-4C282ED32B21}" type="slidenum">
              <a:rPr lang="en-US" altLang="en-US" sz="1200" smtClean="0"/>
              <a:pPr/>
              <a:t>40</a:t>
            </a:fld>
            <a:endParaRPr lang="en-US" altLang="en-US" sz="1200"/>
          </a:p>
        </p:txBody>
      </p:sp>
      <p:sp>
        <p:nvSpPr>
          <p:cNvPr id="425986" name="Rectangle 2">
            <a:extLst>
              <a:ext uri="{FF2B5EF4-FFF2-40B4-BE49-F238E27FC236}">
                <a16:creationId xmlns:a16="http://schemas.microsoft.com/office/drawing/2014/main" id="{086009F3-4651-4519-B2C3-9F2DBAA8DE4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7329E36B-85BC-4AF5-B253-6E628953C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425988" name="Header Placeholder 4">
            <a:extLst>
              <a:ext uri="{FF2B5EF4-FFF2-40B4-BE49-F238E27FC236}">
                <a16:creationId xmlns:a16="http://schemas.microsoft.com/office/drawing/2014/main" id="{83B8A65F-CF36-484B-87B7-0E23EF773D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2025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200"/>
              <a:t>SSK3207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3" name="Rectangle 7">
            <a:extLst>
              <a:ext uri="{FF2B5EF4-FFF2-40B4-BE49-F238E27FC236}">
                <a16:creationId xmlns:a16="http://schemas.microsoft.com/office/drawing/2014/main" id="{6CD0F453-7F10-4571-A08F-296E27069C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4F9F16B3-CA00-4609-B273-77D9CF490D22}" type="slidenum">
              <a:rPr lang="en-US" altLang="en-US" sz="1200" smtClean="0">
                <a:solidFill>
                  <a:srgbClr val="000000"/>
                </a:solidFill>
              </a:rPr>
              <a:pPr/>
              <a:t>41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28034" name="Rectangle 2">
            <a:extLst>
              <a:ext uri="{FF2B5EF4-FFF2-40B4-BE49-F238E27FC236}">
                <a16:creationId xmlns:a16="http://schemas.microsoft.com/office/drawing/2014/main" id="{99C1F3D9-113D-47E5-B9F1-1565D1B0E1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C46814C9-2CEE-4B29-9285-FFF09D8F93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Figure 7.12 shows where in the instruction cycle the processor may be suspended.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In each case, the processor is suspended just before it needs to use the bus.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DMA module then transfers one word and returns control to the processor.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Note that this is not an interrupt; the processor does not save a context and do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something else. Rather, the processor pauses for one bus cycle. The overall effect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is to cause the processor to execute more slowly. Nevertheless, for a multiple-word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I/O transfer, DMA is far more efficient than interrupt-driven or programmed I/O.</a:t>
            </a:r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1" name="Rectangle 7">
            <a:extLst>
              <a:ext uri="{FF2B5EF4-FFF2-40B4-BE49-F238E27FC236}">
                <a16:creationId xmlns:a16="http://schemas.microsoft.com/office/drawing/2014/main" id="{6F8FB052-2213-4B30-AB95-DA04E80FC6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F219CDFF-A300-4327-90C6-F2F836177ABF}" type="slidenum">
              <a:rPr lang="en-US" altLang="en-US" sz="1200" smtClean="0">
                <a:solidFill>
                  <a:srgbClr val="000000"/>
                </a:solidFill>
              </a:rPr>
              <a:pPr/>
              <a:t>42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30082" name="Rectangle 2">
            <a:extLst>
              <a:ext uri="{FF2B5EF4-FFF2-40B4-BE49-F238E27FC236}">
                <a16:creationId xmlns:a16="http://schemas.microsoft.com/office/drawing/2014/main" id="{38D708C8-D412-482D-9997-2BB56E1E0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083" name="Rectangle 3">
            <a:extLst>
              <a:ext uri="{FF2B5EF4-FFF2-40B4-BE49-F238E27FC236}">
                <a16:creationId xmlns:a16="http://schemas.microsoft.com/office/drawing/2014/main" id="{37434465-DDE4-4279-8AF8-91D19C5E5E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The DMA mechanism can be configured in a variety of ways. Some possibilities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are shown in Figure 7.13. In the first example, all modules share the same system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bus. The DMA module, acting as a surrogate processor, uses programmed I/O to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exchange data between memory and an I/O module through the DMA module. This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configuration, while it may be inexpensive, is clearly inefficient. As with processor controlled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programmed I/O, each transfer of a word consumes two bus cycles.</a:t>
            </a:r>
          </a:p>
          <a:p>
            <a:endParaRPr kumimoji="1" lang="en-US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number of required bus cycles can be cut substantially by integrating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DMA and I/O functions. As Figure 7.13b indicates, this means that there is a path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between the DMA module and one or more I/O modules that does not include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system bus. The DMA logic may actually be a part of an I/O module, or it may be a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separate module that controls one or more I/O modules. This concept can be taken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one step further by connecting I/O modules to the DMA module using an I/O bus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(Figure 7.13c). This reduces the number of I/O interfaces in the DMA module to one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and provides for an easily expandable configuration. In both of these cases (Figures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7.13b and c), the system bus that the DMA module shares with the processor and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memory is used by the DMA module only to exchange data with memory.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exchange of data between the DMA and I/O modules takes place off the system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bus.</a:t>
            </a:r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29" name="Slide Image Placeholder 1">
            <a:extLst>
              <a:ext uri="{FF2B5EF4-FFF2-40B4-BE49-F238E27FC236}">
                <a16:creationId xmlns:a16="http://schemas.microsoft.com/office/drawing/2014/main" id="{05AF132E-A30D-49E5-A684-5E2953AF58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C7F74-F1B7-4BF7-AF8E-8C75AF1DF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The Intel 8237A DMA controller interfaces to the 80 x 86 family of processors and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to DRAM memory to provide a DMA capability. Figure 7.14 indicates the location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of the DMA module. When the DMA module needs to use the system buses (data,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address, and control) to transfer data, it sends a signal called HOLD to the processor.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The processor responds with the HLDA (hold acknowledge) signal, indicating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that the DMA module can use the buses. For example, if the DMA module is to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transfer a block of data from memory to disk, it will do the following:</a:t>
            </a:r>
          </a:p>
          <a:p>
            <a:pPr>
              <a:defRPr/>
            </a:pPr>
            <a:endParaRPr kumimoji="1" lang="en-US" sz="1300" dirty="0">
              <a:latin typeface="Times New Roman" pitchFamily="-110" charset="0"/>
            </a:endParaRP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1. The peripheral device (such as the disk controller) will request the service of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DMA by pulling DREQ (DMA request) high.</a:t>
            </a:r>
          </a:p>
          <a:p>
            <a:pPr>
              <a:defRPr/>
            </a:pPr>
            <a:endParaRPr kumimoji="1" lang="en-US" sz="1300" dirty="0">
              <a:latin typeface="Times New Roman" pitchFamily="-110" charset="0"/>
            </a:endParaRP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2. The DMA will put a high on its HRQ (hold request), signaling the CPU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through its HOLD pin that it needs to use the buses.</a:t>
            </a:r>
          </a:p>
          <a:p>
            <a:pPr>
              <a:defRPr/>
            </a:pPr>
            <a:endParaRPr kumimoji="1" lang="en-US" sz="1300" dirty="0">
              <a:latin typeface="Times New Roman" pitchFamily="-110" charset="0"/>
            </a:endParaRP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3.The CPU will finish the present bus cycle (not necessarily the present instruction)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and respond to the DMA request by putting high on its HDLA (hold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acknowledge), thus telling the 8237 DMA that it can go ahead and use the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buses to perform its task. HOLD must remain active high as long as DMA is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performing its task.</a:t>
            </a:r>
          </a:p>
          <a:p>
            <a:pPr>
              <a:defRPr/>
            </a:pPr>
            <a:endParaRPr kumimoji="1" lang="en-US" sz="1300" b="1" dirty="0">
              <a:latin typeface="Times New Roman" pitchFamily="-110" charset="0"/>
            </a:endParaRP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4. DMA will activate DACK (DMA acknowledge), which tells the peripheral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device that it will start to transfer the data.</a:t>
            </a:r>
          </a:p>
          <a:p>
            <a:pPr>
              <a:defRPr/>
            </a:pPr>
            <a:endParaRPr kumimoji="1" lang="en-US" sz="1300" b="1" dirty="0">
              <a:latin typeface="Times New Roman" pitchFamily="-110" charset="0"/>
            </a:endParaRP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5. DMA starts to transfer the data from memory to peripheral by putting the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address of the first byte of the block on the address bus and activating MEMR,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thereby reading the byte from memory into the data bus; it then activates IOW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to write it to the peripheral. Then DMA decrements the counter and increments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the address pointer and repeats this process until the count reaches zero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and the task is finished.</a:t>
            </a:r>
          </a:p>
          <a:p>
            <a:pPr>
              <a:defRPr/>
            </a:pPr>
            <a:endParaRPr kumimoji="1" lang="en-US" sz="1300" b="1" dirty="0">
              <a:latin typeface="Times New Roman" pitchFamily="-110" charset="0"/>
            </a:endParaRP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6. After the DMA has finished its job it will deactivate HRQ, signaling the CPU</a:t>
            </a:r>
          </a:p>
          <a:p>
            <a:pPr>
              <a:defRPr/>
            </a:pPr>
            <a:r>
              <a:rPr kumimoji="1" lang="en-US" sz="1300" dirty="0">
                <a:latin typeface="Times New Roman" pitchFamily="-110" charset="0"/>
              </a:rPr>
              <a:t>that it can regain control over its buses.</a:t>
            </a:r>
            <a:endParaRPr lang="en-US" dirty="0"/>
          </a:p>
        </p:txBody>
      </p:sp>
      <p:sp>
        <p:nvSpPr>
          <p:cNvPr id="432131" name="Slide Number Placeholder 3">
            <a:extLst>
              <a:ext uri="{FF2B5EF4-FFF2-40B4-BE49-F238E27FC236}">
                <a16:creationId xmlns:a16="http://schemas.microsoft.com/office/drawing/2014/main" id="{BC939207-E71C-424A-BE22-BBDAF929F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ACD2C7E6-9BD8-4191-B7F8-32BA00536755}" type="slidenum">
              <a:rPr lang="en-US" altLang="en-US" sz="1200" smtClean="0">
                <a:solidFill>
                  <a:srgbClr val="000000"/>
                </a:solidFill>
              </a:rPr>
              <a:pPr/>
              <a:t>43</a:t>
            </a:fld>
            <a:endParaRPr lang="en-US" altLang="en-US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7" name="Rectangle 7">
            <a:extLst>
              <a:ext uri="{FF2B5EF4-FFF2-40B4-BE49-F238E27FC236}">
                <a16:creationId xmlns:a16="http://schemas.microsoft.com/office/drawing/2014/main" id="{B649413F-D22D-4D3E-A34F-4089654FD3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1F6980FD-207A-41EF-9EDF-8A3EAF7A2E11}" type="slidenum">
              <a:rPr lang="en-US" altLang="en-US" sz="1200" smtClean="0">
                <a:solidFill>
                  <a:srgbClr val="000000"/>
                </a:solidFill>
              </a:rPr>
              <a:pPr/>
              <a:t>44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34178" name="Rectangle 2">
            <a:extLst>
              <a:ext uri="{FF2B5EF4-FFF2-40B4-BE49-F238E27FC236}">
                <a16:creationId xmlns:a16="http://schemas.microsoft.com/office/drawing/2014/main" id="{56198B11-F066-4BBB-89CF-CF4D892C5C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4179" name="Rectangle 3">
            <a:extLst>
              <a:ext uri="{FF2B5EF4-FFF2-40B4-BE49-F238E27FC236}">
                <a16:creationId xmlns:a16="http://schemas.microsoft.com/office/drawing/2014/main" id="{0A7E6649-7505-4002-A1AB-DFD825319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As computer systems have evolved, there has been a pattern of increasing complexity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and sophistication of individual components. Nowhere is this more evident than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in the I/O function. We have already seen part of that evolution. The evolutionary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steps can be summarized as follows:</a:t>
            </a:r>
          </a:p>
          <a:p>
            <a:endParaRPr kumimoji="1" lang="en-US" altLang="en-US" sz="1300" b="1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1. The CPU directly controls a peripheral device. This is seen in simple microprocessor-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controlled devices.</a:t>
            </a:r>
          </a:p>
          <a:p>
            <a:endParaRPr kumimoji="1" lang="en-US" altLang="en-US" sz="1300" b="1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2. A controller or I/O module is added. The CPU uses programmed I/O without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interrupts. With this step, the CPU becomes somewhat divorced from the specific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details of external device interfaces.</a:t>
            </a:r>
          </a:p>
          <a:p>
            <a:endParaRPr kumimoji="1" lang="en-US" altLang="en-US" sz="1300" b="1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3. The same configuration as in step 2 is used, but now interrupts are employed.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CPU need not spend time waiting for an I/O operation to be performed,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thus increasing efficiency.</a:t>
            </a:r>
          </a:p>
          <a:p>
            <a:endParaRPr kumimoji="1" lang="en-US" altLang="en-US" sz="1300" b="1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4. The I/O module is given direct access to memory via DMA. It can now move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 block of data to or from memory without involving the CPU, except at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beginning and end of the transfer.</a:t>
            </a:r>
          </a:p>
          <a:p>
            <a:endParaRPr kumimoji="1" lang="en-US" altLang="en-US" sz="1300" b="1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5. The I/O module is enhanced to become a processor in its own right, with a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specialized instruction set tailored for I/O. The CPU directs the I/O processor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to execute an I/O program in memory. The I/O processor fetches and executes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these instructions without CPU intervention. This allows the CPU to specify a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sequence of I/O activities and to be interrupted only when the entire sequence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has been performed.</a:t>
            </a:r>
          </a:p>
          <a:p>
            <a:endParaRPr kumimoji="1" lang="en-US" altLang="en-US" sz="1300" b="1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6. The I/O module has a local memory of its own and is, in fact, a computer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in its own right. With this architecture, a large set of I/O devices can be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controlled, with minimal CPU involvement. A common use for such an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architecture has been to control communication with interactive terminals.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I/O processor takes care of most of the tasks involved in controlling the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terminals.</a:t>
            </a:r>
            <a:endParaRPr kumimoji="1" lang="en-GB" altLang="en-US" sz="1300">
              <a:latin typeface="Times New Roman" panose="02020603050405020304" pitchFamily="18" charset="0"/>
            </a:endParaRPr>
          </a:p>
          <a:p>
            <a:endParaRPr kumimoji="1" lang="en-GB" altLang="en-US" sz="1300">
              <a:latin typeface="Times New Roman" panose="02020603050405020304" pitchFamily="18" charset="0"/>
            </a:endParaRP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As one proceeds along this evolutionary path, more and more of the I/O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function is performed without CPU involvement. The CPU is increasingly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relieved of I/O-related tasks, improving performance. With the last two steps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(5–6), a major change occurs with the introduction of the concept of an I/O module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capable of executing a program. For step 5, the I/O module is often referred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to as an </a:t>
            </a:r>
            <a:r>
              <a:rPr kumimoji="1" lang="en-US" altLang="en-US" sz="1300" i="1">
                <a:latin typeface="Times New Roman" panose="02020603050405020304" pitchFamily="18" charset="0"/>
              </a:rPr>
              <a:t>I/O channel. </a:t>
            </a:r>
            <a:r>
              <a:rPr kumimoji="1" lang="en-US" altLang="en-US" sz="1300">
                <a:latin typeface="Times New Roman" panose="02020603050405020304" pitchFamily="18" charset="0"/>
              </a:rPr>
              <a:t>For step 6, the term</a:t>
            </a:r>
            <a:r>
              <a:rPr kumimoji="1" lang="en-US" altLang="en-US" sz="1300" i="1">
                <a:latin typeface="Times New Roman" panose="02020603050405020304" pitchFamily="18" charset="0"/>
              </a:rPr>
              <a:t> I/O processor </a:t>
            </a:r>
            <a:r>
              <a:rPr kumimoji="1" lang="en-US" altLang="en-US" sz="1300">
                <a:latin typeface="Times New Roman" panose="02020603050405020304" pitchFamily="18" charset="0"/>
              </a:rPr>
              <a:t>is often used. However,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both terms are on occasion applied to both situations. In what follows, we will use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term </a:t>
            </a:r>
            <a:r>
              <a:rPr kumimoji="1" lang="en-US" altLang="en-US" sz="1300" i="1">
                <a:latin typeface="Times New Roman" panose="02020603050405020304" pitchFamily="18" charset="0"/>
              </a:rPr>
              <a:t>I/O channel.</a:t>
            </a:r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5" name="Slide Image Placeholder 1">
            <a:extLst>
              <a:ext uri="{FF2B5EF4-FFF2-40B4-BE49-F238E27FC236}">
                <a16:creationId xmlns:a16="http://schemas.microsoft.com/office/drawing/2014/main" id="{1DBDF99E-3DC5-436D-A0FC-62618FA4EB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6226" name="Notes Placeholder 2">
            <a:extLst>
              <a:ext uri="{FF2B5EF4-FFF2-40B4-BE49-F238E27FC236}">
                <a16:creationId xmlns:a16="http://schemas.microsoft.com/office/drawing/2014/main" id="{461DE995-DA42-4FDE-8F6C-771733531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sz="1300">
                <a:latin typeface="Times New Roman" panose="02020603050405020304" pitchFamily="18" charset="0"/>
              </a:rPr>
              <a:t>The interface to a peripheral from an I/O module must be tailored to the nature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and operation of the peripheral. One major characteristic of the interface is whether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it is serial or parallel (Figure 7.16). In a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parallel interface, there are multiple lines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connecting the I/O module and the peripheral, and multiple bits are transferred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simultaneously, just as all of the bits of a word are transferred simultaneously over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the data bus. In a </a:t>
            </a:r>
            <a:r>
              <a:rPr kumimoji="1" lang="en-US" altLang="en-US" sz="1300" b="1">
                <a:latin typeface="Times New Roman" panose="02020603050405020304" pitchFamily="18" charset="0"/>
              </a:rPr>
              <a:t>serial interface, </a:t>
            </a:r>
            <a:r>
              <a:rPr kumimoji="1" lang="en-US" altLang="en-US" sz="1300">
                <a:latin typeface="Times New Roman" panose="02020603050405020304" pitchFamily="18" charset="0"/>
              </a:rPr>
              <a:t>there is only one line used to transmit data, and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bits must be transmitted one at a time. A parallel interface has traditionally been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used for higher-speed peripherals, such as tape and disk, while the serial interface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has traditionally been used for printers and terminals. With a new generation of</a:t>
            </a:r>
          </a:p>
          <a:p>
            <a:r>
              <a:rPr kumimoji="1" lang="en-US" altLang="en-US" sz="1300">
                <a:latin typeface="Times New Roman" panose="02020603050405020304" pitchFamily="18" charset="0"/>
              </a:rPr>
              <a:t>high-speed serial interfaces, parallel interfaces are becoming much less common.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36227" name="Slide Number Placeholder 3">
            <a:extLst>
              <a:ext uri="{FF2B5EF4-FFF2-40B4-BE49-F238E27FC236}">
                <a16:creationId xmlns:a16="http://schemas.microsoft.com/office/drawing/2014/main" id="{33E303A8-8594-47ED-B81F-363A602D4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963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45523B02-56F3-43B4-8F62-F393C845EEE6}" type="slidenum">
              <a:rPr lang="en-US" altLang="en-US" sz="1200" smtClean="0">
                <a:solidFill>
                  <a:srgbClr val="000000"/>
                </a:solidFill>
              </a:rPr>
              <a:pPr/>
              <a:t>45</a:t>
            </a:fld>
            <a:endParaRPr lang="en-US" altLang="en-US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24D00A-D1DE-458C-8AC5-D7319E29D19D}"/>
              </a:ext>
            </a:extLst>
          </p:cNvPr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ED178F-38EB-4008-ACA1-D9FEB9404052}"/>
              </a:ext>
            </a:extLst>
          </p:cNvPr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D78CB0-14EE-4303-A5CE-DF2476BD1CD7}"/>
              </a:ext>
            </a:extLst>
          </p:cNvPr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84E3A8-5449-4BF2-B26B-F8095DDBA6AB}"/>
              </a:ext>
            </a:extLst>
          </p:cNvPr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>
            <a:extLst>
              <a:ext uri="{FF2B5EF4-FFF2-40B4-BE49-F238E27FC236}">
                <a16:creationId xmlns:a16="http://schemas.microsoft.com/office/drawing/2014/main" id="{14FE4ADA-03C3-423F-AEC7-0F142C6F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Footer Placeholder 16">
            <a:extLst>
              <a:ext uri="{FF2B5EF4-FFF2-40B4-BE49-F238E27FC236}">
                <a16:creationId xmlns:a16="http://schemas.microsoft.com/office/drawing/2014/main" id="{00A77D76-64EE-4255-AC9B-5273EA6C4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SSK3207 Chapter 1</a:t>
            </a:r>
          </a:p>
        </p:txBody>
      </p:sp>
      <p:sp>
        <p:nvSpPr>
          <p:cNvPr id="12" name="Slide Number Placeholder 28">
            <a:extLst>
              <a:ext uri="{FF2B5EF4-FFF2-40B4-BE49-F238E27FC236}">
                <a16:creationId xmlns:a16="http://schemas.microsoft.com/office/drawing/2014/main" id="{D3135E37-247B-4792-BB43-470381BB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8957A3-D027-4B95-B0D9-B2A1D81973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04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96903FAB-1C21-415C-B030-F3E3482E7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8B1F405-0BE9-401A-8472-8324DE1F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SSK3207 Chapter 1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9E259568-2A9F-4F81-A2C2-B4FAB5CE8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13494-E2D7-44F7-9546-3DC98D861D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0706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B81C75-9E57-49AB-A7DD-9B729D9DF79F}"/>
              </a:ext>
            </a:extLst>
          </p:cNvPr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2494AC-65A6-4B83-812E-FDF3D28BEF66}"/>
              </a:ext>
            </a:extLst>
          </p:cNvPr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DFC879D-C5BE-45CD-9628-BAEB107B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6442495-018C-414B-B579-C12B8FCCA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SSK3207 Chapter 1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556F7C2-DBA1-4489-8CB0-941D3A0D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" y="6354763"/>
            <a:ext cx="1520825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8D7E5E-6434-4D57-B381-302FBD4B60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340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6CEA3579-E258-43CA-A838-9F862321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C4D03F0-53D8-47C0-AD87-88321E42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SSK3207 Chapter 1</a:t>
            </a:r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C07765D1-5A2E-4496-962C-2D2A21E35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3B275-17F6-46D7-AE18-AC18B6D478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891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9717E736-7348-48F3-99E9-8AF02A710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954B35C-9C5E-4002-9B68-5C6193AD2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SSK3207 Chapter 1</a:t>
            </a:r>
          </a:p>
        </p:txBody>
      </p:sp>
      <p:sp>
        <p:nvSpPr>
          <p:cNvPr id="9" name="Slide Number Placeholder 22">
            <a:extLst>
              <a:ext uri="{FF2B5EF4-FFF2-40B4-BE49-F238E27FC236}">
                <a16:creationId xmlns:a16="http://schemas.microsoft.com/office/drawing/2014/main" id="{27E9ACA5-9790-4722-9824-396D55670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B5F4E-E412-4513-B51F-73925B2F7C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4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071E363-058F-4F04-BE5E-61E8BE65FE9A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8AFCD1C7-6799-43AC-A191-69BBAE331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76307B-2A14-4522-A803-AA7F4E94D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SSK3207 Chapter 1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557D459-5F08-442A-825C-08D545F1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6C386-41DE-414D-991A-66A5205571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589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0">
            <a:extLst>
              <a:ext uri="{FF2B5EF4-FFF2-40B4-BE49-F238E27FC236}">
                <a16:creationId xmlns:a16="http://schemas.microsoft.com/office/drawing/2014/main" id="{C222C92D-41F2-41D4-967F-F16EBEAD05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EECC215C-5966-4F91-AB76-FF3B0CDCD49A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49EB4EF3-A864-47B1-A5CD-ADE8EAF6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9B5AD4C-6AF0-4C20-9A9C-6A9D6AD71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SSK3207 Chapter 1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6EBD9E3-393C-4778-BC65-96904D57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5441F0-DAB5-491F-B2C7-6842A07EE6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809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0">
            <a:extLst>
              <a:ext uri="{FF2B5EF4-FFF2-40B4-BE49-F238E27FC236}">
                <a16:creationId xmlns:a16="http://schemas.microsoft.com/office/drawing/2014/main" id="{1F096C86-F19E-4707-86D7-02B049A1B2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Straight Connector 11">
            <a:extLst>
              <a:ext uri="{FF2B5EF4-FFF2-40B4-BE49-F238E27FC236}">
                <a16:creationId xmlns:a16="http://schemas.microsoft.com/office/drawing/2014/main" id="{21264FD3-E713-4955-9D0F-98C8D66DBB7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160712" y="3324226"/>
            <a:ext cx="603567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8F6DB44-317C-4843-AF18-5DA07A74B86E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F130A3E4-CC1B-4B72-9C02-4D7FDFFB0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459609F-F18E-46F8-8930-2F9871E7D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SSK3207 Chapter 1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C309ED4-85D9-4C0C-BA39-82F6A380A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40A7A-3948-4DCD-8A03-555DF027E8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303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0">
            <a:extLst>
              <a:ext uri="{FF2B5EF4-FFF2-40B4-BE49-F238E27FC236}">
                <a16:creationId xmlns:a16="http://schemas.microsoft.com/office/drawing/2014/main" id="{47BB5AF7-9EE1-4073-93FC-BADEF7995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0FAF18D-9FF4-4EF2-9F6C-E0BB7DBCE9D9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0B24A7-981A-4AF6-9EFB-6CDDBF1DC489}"/>
              </a:ext>
            </a:extLst>
          </p:cNvPr>
          <p:cNvSpPr/>
          <p:nvPr/>
        </p:nvSpPr>
        <p:spPr>
          <a:xfrm>
            <a:off x="457200" y="500063"/>
            <a:ext cx="182563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43EFDE1D-219B-4868-AF97-C03461AA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8839B55-C2FE-4FC7-AFAE-2941E498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SSK3207 Chapter 1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2F6A6B9-0243-4AC6-80B5-15DD1B6E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C7081-CFC6-427D-8F22-6F0BBB5728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3418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7B209FBE-2FA8-4272-863C-E6E6F4228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227D59E-2B7E-4B23-9556-2BACF8E0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SSK3207 Chapter 1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5799CD57-5023-4E62-B06B-E2985A34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A0237-A6ED-461D-9112-82E0EB7EF2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36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0">
            <a:extLst>
              <a:ext uri="{FF2B5EF4-FFF2-40B4-BE49-F238E27FC236}">
                <a16:creationId xmlns:a16="http://schemas.microsoft.com/office/drawing/2014/main" id="{7750E7D9-F2FF-432D-8E85-C14964CBC6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317E3E4F-B3AB-4452-AE2F-215F40A08C5F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Straight Connector 12">
            <a:extLst>
              <a:ext uri="{FF2B5EF4-FFF2-40B4-BE49-F238E27FC236}">
                <a16:creationId xmlns:a16="http://schemas.microsoft.com/office/drawing/2014/main" id="{70F2E6D9-A471-4F7E-9772-EC346ADA791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630612" y="3201988"/>
            <a:ext cx="585152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FC89C27-75B0-41C8-9099-B7B62721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BC5A7F-47C1-4762-B25E-0D30AB18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SSK3207 Chapter 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F7379D3-CDA8-4CF8-ADA5-9CBD634A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FCFD39-21A2-4D92-9ABD-41E9365109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730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C23114-BCE6-4602-8AD7-130EEE704176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D0EB14-7BEA-468B-A739-915F94E5C7E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B8FC61-BFE0-45AE-8DB5-63F3EEA01BC7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5AAA9B-F2DF-4180-A17A-35EBE06F0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B763E7-75B4-4D21-9D3D-DDE6A710BF94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1E208D-29B9-4AD8-977F-5D373665FAED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7D8F725-3FF1-4E8E-B5BC-B74B240168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D5D8810-615F-4315-9466-658A012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2212411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3EF7A6-CF63-4DC4-9A1A-CC91DB2F3776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53814-8272-40A4-9C8D-1B19B6D5A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80F59-1089-46CD-9FA5-E4E0D8795BD1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18C4F60-10EC-4388-A98A-5FBDA1DA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072767C-705A-44E0-842C-942DDD88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A2DC7D-0210-40CF-9EB4-ABE458F0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F94372B-9226-484C-8E0A-8CED45C49A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9735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20488F-378A-459F-B7E7-F219EBD5C9E8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201178-1BB4-488C-AA0B-CB49D8E94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D5C582-97A9-4326-AF10-4DE9D890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AF9959A-B7F1-4B4F-B167-5E4CDFD6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642CD9E-1511-4D9D-8CA4-99022CC9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D9B3641-E3BD-4C91-9030-619CEE4D7A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04013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22DE77-8BC4-47C8-9803-6F3AE3A81082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50043E-BE02-413B-9E0D-3D17A854BE85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FED7BA-6FD8-42AE-92FE-111B06DF8806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B5A0A4-6990-41BC-9806-B7DBB68D4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2B0F469-639B-4FB8-947A-0B013DFBF13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FB4D778-01C8-473F-A843-B2FDD16A09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24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9ACD1B-9C9A-4ACB-B254-8DB58E3C79AA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707EB3-903B-4240-B4D1-DBACADFC1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1228DF-1D0C-44A4-8640-C81A8E80696C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6E232A3-B70F-4F3F-8484-3AD4A2F5FB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DE82636-2CF5-4181-B85A-A8AF256D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185ED44-D722-4B3A-BD48-38FC90F3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F8F050D-E067-46D1-9320-6479E4DD66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0463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652ECA-8154-4F91-92A0-A0A06249C6A0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2C80F7-F985-4E78-9280-9B3725D8D85C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BA8FA-2BD0-4F7B-9B13-A827C5906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8C50DE78-60E6-4A27-BAF4-338A7B93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8175DBD-FBCF-4806-84FF-43B6FB2F4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CADB18B-7428-43B1-AFAB-4A735C4D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4B26E0A-E9E7-45D1-A1B8-9E83FD436F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45149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1E6AEF-530C-47CF-9A20-D3DB195E4D0A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E59CF7-9080-43CB-9D62-DCE70D4F5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E74332B4-9622-40B7-95DF-FD69BB36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5C146C1C-D306-4017-AB4C-8658F6D3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D31C2683-5F74-4F37-A447-36299DBF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FDD9A9B-E350-44CA-9A7B-8F100AD9D3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7310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35F135-976D-4DBE-B3CC-E5607288C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F3239B-025E-4511-A6D8-469BD5EA72BD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5FC45D-6026-4EE4-8C50-EA87E998FF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2A768637-B857-4A9D-84A3-69A2E39241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632825A-8A32-454C-8613-1323D6B796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D28EC19-4F9B-436E-8A9A-1D3067537B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116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1A26C2-ECFC-4EDB-B50C-1A0C01548253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FA8DE6-AAAD-4703-B356-4B9A76297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5057A9C9-D3C8-402D-987F-322B92070C7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FBB83B28-32F0-4B64-99DE-CB1409C64B0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BFCFC1E-6FA8-48AE-9242-ACC781AF368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6CB6365-26CC-4353-9670-0C8ADF4A9F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17638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75DA78-274C-40F6-B506-B9149FDDC7C7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BF1D3-78D6-4D90-B058-909E7D6ED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47F357CC-6D7A-400D-9EAC-07112391934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0CD635D7-0EBD-49C7-BAFF-AA336EE77AF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06691FA4-0F28-4657-9D54-1747B7D38F9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6D8BB71-5046-42C6-9D99-16E7B88AF6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92086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CA3239-3B57-4469-8ED6-F7FCD594418F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0E01A-A086-423A-AB67-134961268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2EF57C6E-BBF5-4376-94E9-CC92B33E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A0E5F7F-CE30-46DD-A5F8-5B39BF35E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15C910C-0199-4CDC-9BDF-92B599DE8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EA92286-7628-4081-B157-522CB4B76A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97436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6E836D-681C-4DA7-BF17-47AD864D6852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D8C5A363-2115-49EA-96E8-0B4BE0355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12261BC-F4CC-4640-A76E-49B647CB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C6F9DD3-A39E-4FA1-948A-05E02BFCD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FF791EC-9D4D-42C7-86DA-02C6BC4E9B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59548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177C6F-27FE-44AF-A0A6-C68D27FA2258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CF0DBE-FD87-4047-8AB5-113B4430D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DB6CE080-8B87-4722-AF30-4AE2209D12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41883913-21DD-4B9C-B91F-02F6C5FF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26609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371E966-5E6F-470C-90BF-B188CA9ACBE3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C69B91-1542-40D2-97E6-D138A852E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13BC4157-4270-42D3-BBB8-4835F575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7DC83AF7-6445-4B35-A29D-32EF6311F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5F20D869-06BF-4905-AAC6-2FAFEF8B3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0D61C7B-BD7D-4E28-8E86-F36F21ED8B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9856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AE3A03-1E8B-43CA-BD5F-24070224B80F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46D90F-280B-4152-862B-1F18B9C2B62E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22490C-86F2-47C7-971B-71B4C2976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403CCBF0-D5F2-46D8-8863-971D842A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1939C24-CB89-4112-A17A-E40978B2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FD66E4B-95BD-4349-9F8B-79C89F45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6189C4C-2DC7-4EA5-8B97-3E1B0C524B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28336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182D16-A47C-4BF3-8C16-FA5BD599303A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4DA648-4687-498B-A8D1-789F51E6A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9A47D9-B8AE-4D33-9F7C-545206AABE29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D98D4783-0552-4FA9-94B0-23C76935BDC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FE86D899-B4F3-4FA1-A3DB-CBF32452F98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25CD79D9-64D6-44D8-BB18-B123334C8B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BBB34A6-2563-4D2B-A589-30A3754B0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03800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9759A9-D4D6-465B-B8E4-7D64C1DF85A6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FE6B9D-B5D5-45EB-AAE4-DB5E0FFB3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BDCE6C-C5F0-474E-8DA5-EA54A950706A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388A8-E2CE-4526-91BC-E8E4D021A8E2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554FBA13-091C-471B-B8BF-348070AD48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35623CD6-0951-4258-8EAD-5878455C4FC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1F981E2E-D519-497B-8A69-468151A194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6016018-2A29-4CA1-9BFE-6B1215C613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01576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C8CFC8-7D22-4FC9-AE0F-A401D7FBDB9B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2B2AF-A8F1-4E71-BC8F-101D16E87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2FAD2023-8316-4EC3-A660-853723EAE43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C4CE7FE1-AD8D-43B9-AEF4-90C81FDB98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74BEE5DD-08BC-48AF-B649-33CC2E69C81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3488D3A-D081-4678-B749-5B71847DF7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56008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CA4450-7F53-4C60-9D6A-5AC6E86CD101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FDF24-F509-4F2F-BCB0-7F4DA6F2D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1EC5B72-48D4-4B64-9A5F-DA41E627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4DA4850-CC58-416B-A14B-D72410C88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A064E0-70AD-4C3F-A378-CE272E4E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D90E9F6-701C-41E3-ADFF-FC9CD4A343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93318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D81C24-5A2A-49CD-8F3A-BC981380F6EE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1D6CA-D9F5-43F7-8FE4-027028FBFAD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94B505D-5B61-4B49-8397-424A31C0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DB2D74-6DDF-42E9-BDCA-8B5912EEE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568D5CA-E3C8-4428-A29F-E1456958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F206959-D2D3-46C9-B4C3-63977F9173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95847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2B63AC-DD2D-4F57-866B-B6BB846A5D66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EC839-B43F-4FCD-A1FB-75443FF1982D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32D32-2416-4CED-B875-56253719BBED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3412F-D5BF-47D8-96A5-56C0CFBC9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499743-6F49-4EA0-B5F6-C37C227C96B6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73EC42-1919-476C-9576-E2ED208B536D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BA86152-B080-4618-8498-E77366EF94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C2B9E25-FF26-4556-94B2-54EEA5B1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27862412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3DA53C-B120-4C96-88F3-61C94D7ACFEB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5F946-19CA-44C4-91BC-420A8F2CF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4F998A-A175-4B63-A8BC-0FA1A8B0EF2B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3CCD834-5C02-4ADE-A2D3-0C02C570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AAAC141-4290-403B-ACA0-DAF480B2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296E7F9-933F-4FFD-AA6B-634CCB75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7CC4C92-1722-4F94-B65F-62A559C348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13452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B82228-61CB-45E7-9AC4-810DB2EE0822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3AB63-370A-48D2-A1D2-42FA9A39D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FBA06E-5703-44D9-ABCB-A19C4BF27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0086046-5DC5-4552-B1D7-CF84FB59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4278711-07B7-4C73-8FBC-FFDB367D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48AC202-33DB-4D53-99E8-F3CA3703F8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71946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9440E8-02ED-4253-8FB1-99D1229AD447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F96471-4783-4DF2-B91D-73975CF9A1ED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947F96-F88B-498B-AE1E-D1C5F9E1387C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725B2-34C9-4252-B2D1-F2B487B34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6A0FDD-F46A-431D-9B24-B5F9B95A6A8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C90D41-601E-4C74-8753-11AE655F74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92828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A1393B-B8A4-4E5B-BD5B-F3EFA5E9C014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155ECD-95D2-4255-A5F9-2D054ECE4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F7C4BB-DBB5-44A5-8F2D-BEB075AA50D6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FE5A31-B2CE-416E-9C08-87EDE3BE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0195EDD-50BE-4990-AAA6-B1CA8635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81BB0CE-42A4-4BB3-A232-7B9A0312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F0193E9-C4C9-4E50-842E-DB55857C31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58501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1AD047-84E4-410F-B066-29EB857AABA7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FBBE92-A80A-4054-A348-DBFB2C9BCFEF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2DF269-E60C-4419-AB0B-F24739E0F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1EC40D9C-CC65-48D3-BB5E-4AD095471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F4078FD5-D36B-4809-8740-836CB866A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47801C40-27DD-4531-9270-FAEC15981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1248EFE-7060-4A93-843B-42A314BD12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3836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AD66EEC-C568-4E42-BB9D-FAFF2FE81276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43A859-C921-4021-8DA0-E4AA6421C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4C0D07D-4D7A-491F-88DF-3CC1D9FF2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0212830-3816-469E-A8AE-FA8C09EF7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34079C0-FCBF-4439-891B-9337D4A9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7AC0DB9-7284-4DA3-B34C-B97E17B20F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38290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0F6F7C-F6E4-4BE7-9851-B79611140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D9F42-755E-4772-9841-7C22D9F79312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B434F439-0ECC-4D9E-953D-445F89EC3E4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A51798B-7F1D-47C3-8B08-1B370B068CA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65F1D1D-B753-4082-8BB3-4E6555FF253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0D38B6B-6621-48E1-BFE8-A8F3B7E50F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5686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6DE424-7A82-43CE-9164-595F98528096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1C2B75-A7DE-4D81-A93C-32F53A8BD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FFF43BAA-CFB9-48E1-A4B5-1E463DC6FCA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F6FDADE6-32CA-4705-8DD2-35A28AAF3DC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AEA5753-A12C-4469-881F-D5D805B75A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D9601A6-0D94-4A4B-B707-00BA381DD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71356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1855623-A62C-4184-BFDA-383519DBE804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9432C2-06E1-4D03-BA94-48152B2EC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45F5EC14-753E-4FC1-91D8-06895AC5F88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939A20FF-4F53-43EE-832A-5611AE9AF39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93E857B-3672-4D6B-A01C-C9CBAB88049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8A52FF2-F7E5-4DE4-9D7C-879BD4A557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68011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3C49DB-39FD-4745-AD12-20CBF948F727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70493-7A55-418A-8B80-84396C916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7F5FEAD6-B598-413D-9091-A9239E317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0DE64F0-EEC1-46BF-BC51-00C638314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5ED09BF-AC1F-48DA-BF02-70B8CFC9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7890D95-EEB2-4528-B1D5-7A2E1F9CA2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8884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AF6945-FF35-491B-A571-01B1B7358C53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A5C51DA6-724A-4840-88BC-536E8DF4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64EF72-0DE0-49BF-9D00-01EE3D48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CCADD3D-278E-44B1-9626-642F8B9C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DDF76FB-E06E-498F-AC8D-AFD194C554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55264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64854A-51AE-4549-98F1-7CC290387D79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EE027-FF93-4694-B048-06D150844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43009F75-B096-4531-9A29-C4847A24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C04FE52-8034-4C2D-AE45-776A5223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00158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BFF39A-D863-43ED-A9A0-B0E1537BFAA2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30963D-57E4-47BC-8403-CC4928B44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1298978A-B6AA-4B0B-95D2-25373A6EEE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2324AA20-4A6E-45EA-8738-688727403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CDF4ABB-0BBD-4DAB-A9F5-75B80BE0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CF1396A-E411-4996-B9E2-4D3BC4ECCC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4761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34FD7C-4432-4376-9BED-A4CD56F20C8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0E22BC-9882-40B7-BDF3-2ED1D62D796A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D432E-06E9-4C9D-A8C7-55CA165EB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7CF58975-FF4A-4E7D-B747-B50842A2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FDCA35E-F4D7-4DBC-9017-60622535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7D10695A-95DA-40F1-A01D-D28CA1D5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06C42A6-7384-4449-8D36-16017B642E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98175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2A20232-52D0-40E5-B876-6A16F28F4F2B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BAF17-D550-4EC4-A4B8-D9DE06CDE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67FB54-7AA1-47F4-BB66-D4B5AF496912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D153848E-AECD-4470-AC11-C40A870C08E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332592BC-0219-447C-9F0E-8067526D30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B22E826-8909-44A3-B128-838B4887468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A8C2947-9965-43A5-B282-326A708A87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69431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32D111-96C1-44E3-8988-0D3876A5F7B7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0DD6BE-E944-4E35-A161-65A644B90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8E1E44-EB04-4004-A569-475EFD8BCF83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12D765-332B-4381-B2A5-F3276B7B9EB7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7C441A41-82E3-426A-8517-43B86E6ECC0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0E148C84-894B-4613-96A1-A1947281CF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5DE4E3D0-6EC7-4103-83FC-25283F761C2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09E5E55-94F7-4044-844E-7F312792AC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5815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05BB0D-CC12-4A9F-BB13-FAFF6D3B4EE7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F1121A-3D66-480C-A237-F9E243297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F1648510-33C6-4F84-92F4-707D6724CE8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7FD7370-9FBC-45F7-99A0-8FFB77F170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38CDED29-C016-4FF4-A7F4-7891DE4978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16A3B98-2304-44AB-A599-C369B2BCC9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30751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4C2243-3C0F-40A9-BD7A-91426C4583BC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1D59D-7437-4710-AF00-2EA536485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722C880-B0AB-4093-AD2F-1E11CE1E4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E04E959-7C40-45A0-8410-AEDFAA4FB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16AD9BD-6B27-4AF4-B6B8-58D169CB4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C1B5DC6-7F12-41C2-BC7A-9AAA4E8D62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90068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FFDE5E-78C9-4951-9543-92960976B989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902DA-AC90-4E57-893F-8BA4A542B96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E4707A-D673-4993-B0FD-8479EEDA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C56796D-B1E1-4402-B37A-D575DDFC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6890F0-83D0-46C2-A885-F8A61024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45FCA94-58C0-4520-BA8E-CC23219517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14134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16E7AB-29D1-485B-9500-C2414A95E9EB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B33D43-815E-4F23-85FF-87DBA6EEFA1C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416FD4-41B1-4980-AACB-60BD3B11F2E7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74A38D-3390-47ED-BFAC-9B85B4882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1AAC7E-AD7D-435C-8947-80D9D69A9FC9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4E6D85-AEBF-4E5C-82E8-F8218DC5FAFF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452573A-143D-4B8C-BD97-C4F3F521B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8B1296F-FAE5-4615-9253-9B5AC22A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6808422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019963-EFF1-489E-9FAC-8346CB95DCD2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3110E-C08A-4FA7-BB44-E0F25617B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5F4EC4-D522-4B59-AEED-E8985B0A651D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BA4C10A-F83D-4181-B3E7-8D99C7C6D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C2698BF-7EA9-425A-9328-65745847E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630F94-F49B-4DFE-9F27-C71E24CD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3C0D971-7639-4B00-9B97-A8899D7205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7654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3A5B95-E0D3-4F7A-A76B-86EECF0BA1F3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58764-2A48-4E8A-A92D-4C4B20099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3EF5505-BD86-4162-A8F4-5B9AAE81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4A89DD2-E46D-4A09-83CE-4F521314C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C6270AB-57B9-4C0F-A674-F34B685D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B56EC6F-9487-403D-92E5-BED04D19FE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11909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ADBFE25-4A60-4DAE-BA00-8687DD8FEFCF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43D70-1417-4620-9A6D-0F3E2FAEAD3E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2A2892-C00D-465C-AD99-CAEF729466E5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DB13DE-DDA7-4563-8B9E-3E3FC6A50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8B645A3-3FF7-4E93-88C2-CDCD1A139EA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F20BD48-08F4-41AD-89B0-A59085C10F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0118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3EFEC1-AB0E-4CBE-9282-34DD4CB9E30B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D8EEC-E86E-49A1-B9D5-BAAB4EE59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6E42A6-9EC2-47BE-9023-3C7F8837F1B4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A57BA79-3845-4CCE-AF80-DE742DC9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F74DE5F-69C3-4E64-BDBE-0E97FF06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29F9338-224C-4A5A-97C6-131271ABC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4D3AB6D-0B8A-47E1-99AA-14EA3A6729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149464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16AEF21-CAD1-43AA-9958-FDB854220717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B44BF9-A1DE-46A8-ADA1-302657254D62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F81AF-F2B3-45DD-82F8-E2BB33B97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6BEA67AF-8895-4D7F-A376-4904ED00B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29226FDF-7253-4E55-8400-FC1C9954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704CEB3-2F9F-4FD9-9D9F-ECE7690C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D255FBA-7410-4EED-97D4-85D60C6CED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465182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1BA1D7-22BB-4E5F-A4FA-6B1CE65E78B2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6A40A1-0779-4408-9AE2-F0053380E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14797648-56A5-4EBA-8E8A-010E3335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EFE6BC0A-129E-4675-97F7-FAED6CB3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D8D0DC-03AA-49E3-AF14-60318B71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391F2B4-51C7-4C8D-848D-2B70A30E99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88957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65DE6C-EB70-4A69-A15E-3C363FDA6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56E337-77B5-47C9-87C0-798D31404396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29708FB-3858-46B1-9D32-AFDAAAB2D2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1C905E31-3475-4FAA-A4AF-AD834329CC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DBCF47CF-FBF7-462A-A9CC-2B00FCB8415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6B70D32-FFD5-45FE-84C9-7F3A2DF00F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90746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53046C-5E7C-415D-BAA5-C4C115E9B7AE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673D08-9142-4551-B151-8B2D48310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FA2D362A-C4FD-487E-970B-A87F213A938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21A22B8-8D3E-4B3B-9D90-224119390A4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402E40F6-B36A-49D2-8B07-791180AEC33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295B391-9B9C-4EF3-8C5D-0B51EA67C0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30237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04EC3F-648D-4A2B-B3A2-72BC5A732B0E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137AA-BB7F-49D9-AD6D-3E5B8A9CF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CB107E51-0E46-455D-B690-920D9AC9A84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56386670-653D-4885-824D-A7CA0E52D0A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C50071A-E979-494F-BE44-BCDF44CD387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85F84B1-8B37-4887-8643-1BDE63488A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787531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9FB3F42-88B7-46F2-AD01-B22DB0F98E8E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FE252-3779-43F5-9687-BBFCD6103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F9C258A3-8691-4CF2-9739-BE1FA38C7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9D8B4FF-160D-4B65-80CC-8DC458480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BD95F83-89C6-4564-B642-90AE06FA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B02585F-91A5-4BC5-9FE2-758D771BD9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8695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4CF17D-5AA0-486D-81A6-D65F480B7B10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23491B0-0CE3-44EB-9410-FB2E73850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BB853AF-EA18-4B96-B8AB-57B11748E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7735E1E-A677-4E97-9511-D1A9C9F30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7E8DAD14-C893-4335-9C15-B949A8A40C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92238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5AB3DE-82A5-456D-B4C9-3359AA9EA794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1735F3-21A1-4FE9-8D0C-05DBD9D56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4C40E456-AC1B-40A7-90FA-D5A65FA8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9ADF861-2B43-4338-B390-4055E935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881748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401107-BDD8-4DFA-8B0D-8FB9F582663A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71B7A8-412C-48F0-8B1D-8B2F9FC1E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821F8506-0355-4712-8D9D-7FC8E644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9917E02-BE49-4934-9EF4-9577D40B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9AD47E8-2F49-4DFC-BBBE-8845BBB12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4E8B7DD-AC00-4BB0-8BFD-08A135C93B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812339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6500DE-CC86-46CC-8AAA-EAC08CB874E5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4317E-9A1F-41BF-ABB4-E6F1DD0FC1B8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E6577F-47AA-411B-B730-1259DDCC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D1C2FA5-7185-4BCA-A3E3-3C8E056E0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3AA4533-CCA7-4BD7-B33F-EA0DE7C9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22E1F1A-2A94-4E59-AC06-08BD2E6C0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CF354C0-6623-4045-8796-D43B5E7A3D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51095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185CF2-158F-4C52-BC36-A38F4DDA24ED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EC2C5-AC7C-4C93-BBE0-C776B2349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5FB68A-A7A1-4406-BCE4-47A763C4737C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9B3340E8-F669-40E6-8C0C-E0803AB9524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C9F9907-2480-4D7A-A76F-C164860A9F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ABA2F5F5-A410-411D-890F-F3A93DD94D4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7E13747-F914-4E39-8A90-CF6A43D09E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901531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8D0A97-665C-46E3-8BA6-4F05C041546D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D295C-D2A2-4D27-94B5-2BF510195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DA1CFD-1A69-427E-9AEE-6C8F57F9455D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5D1A2F-5617-4464-A393-1830F1277E7C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9E8B7B2C-EC38-49E4-8861-472CE1B84B5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BACA8676-AB6D-4BA9-BBBD-65646470482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83577D5B-8630-4DEC-82AA-73E976CD747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BD873E2-2DC3-4418-8E26-E42A119940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14551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7093DB-7101-411F-825D-E539B4CEF0DE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54A9C3-F598-4D14-9821-7161DAA1C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5F56EFC3-CE43-43D7-B168-51C3DC84C56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C2BC95FF-99C7-45BB-AF5A-55D3F59AE6B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AE3BD362-CC06-4161-A102-2406DDDF6C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7407E0B-2C5E-4F8C-8C3E-57E2E49252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646531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311139-2F54-410C-8BE9-151F0AC518F5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C6561-BAEB-4AA7-956C-58FF9EDD3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5176CD5-64C3-44C3-864E-80B2508AE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6D0B558-0D69-4B08-B506-A65148CB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958738-8905-4F9E-92A5-4894960B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92405FF-8F7F-4674-8FE3-2F4BA1258D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714888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4A8452-7DE5-432E-AD8D-110F21F4DFB6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C89A4-9568-4080-841A-E0B12268EA5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6AFE072-C3AB-4C08-869E-1928CBAF7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0DCB7D-B896-4ED6-B6D3-3B6306BD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0BD99A-94A1-4380-BE5D-D66C49B8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B4F0A72-9BCE-4538-995B-9741111EEE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384694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C97120-D138-4E54-B838-93E554E8833D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75165F-AD1F-41E1-BE84-666CF86E01F4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02B789-627E-4790-95BD-B243E0101905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DA9AC-AEF4-4B83-A574-42A1D6AA9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BDA055-6890-4AF6-A5DA-6189E237CADF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1F25B6-6AD3-470B-A0FA-62A5E3FA2316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CCC79F1-675F-4AD6-B2AC-1592C6B2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5869E1E-F39C-4EFA-94B0-2B725DD05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27848049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3E9B5C-7169-478A-8FF1-4B1F6661DCC5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C72D4-0E73-4261-BAF4-DA3F7A93B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3287D5-B1D0-4BEF-85BD-57DD7F720459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3509E9A-8B8B-452F-A2A0-EAE23E7E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99D300-857C-47F6-A666-CB37FBA89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F19021-D126-4DC4-903E-204F35ECA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DB11903-6BFD-410A-A786-E04A60C343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61631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AB7FB67-3B0E-4E35-8A38-BBA6A62964F1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2CA3C-7310-4080-85BC-667A67588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E771720-4ACE-421A-93A2-9825966CC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05A0EC9-15F7-4245-90C5-52CA2066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547C06F-A98E-48FF-823F-6F637841B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7AE6D40-A9F4-478A-A8AD-765BCA5AF2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413694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BD0DBE-0940-4CA0-A7E6-A04FC9ABFE82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1ECA7D-A0A9-41EE-B490-D69927D741C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9B379B-51D1-4D2C-80BF-3C1D007FF255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7A844E-AF8A-4842-B7FC-53B4D844E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48002E4-8CCE-4158-B991-C83CE9E134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B408427-9837-4286-85A8-B850D22E66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930713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2BDB47-35C7-4D76-9415-D05790A2BA59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C996DA-FC14-4571-8827-111366DCB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1BAFBC-87D2-4408-95CD-CB68D0F05822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B3E16EA-2CE6-480F-AF92-F85A3437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755F777-EAAA-471C-A8BD-F6ED7BF4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0100BA3-AA8E-4832-9232-F1E8A1A70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09AC369-F6F1-4161-8411-328D907DC4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021255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2DDB75-907D-411D-98CE-341378CD78D5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5AA60-7163-4681-A608-00BA2FDF974C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FB353-012F-4FF7-B9AD-C64D3346C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9B65EA5-839A-428A-9943-6627FF967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1D18882-3715-465D-845A-109EBA6C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57BF56E-EAC8-46E4-A1D6-81B9BA40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F12008F-C95D-4D76-898C-A369AEF19E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79485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7CE142-C7AC-415B-AE19-21786ABCFBD4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2C773-5B7B-4A6C-81A0-DE6B1CD8A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C3EEE544-48CE-49CB-A79A-C472D2AC0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2E0F101F-22B3-4A37-8A9B-B3EBBDD80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6C15078A-7DAF-4F6D-9258-9159C7B5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1F0766A-BEDA-41C5-8705-16C03DE93A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280960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CFC386-7912-4837-A7FF-D5F67E73C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12265-966B-493D-AA2C-0A8DAA93FA1C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284BA118-F877-471B-984B-59CD38E4BE6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132B0CAF-F15D-4FDA-8F69-5C6D063F84A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97531EC-5909-485F-9F50-3D25C2D3346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C6216B1-16F1-4E2C-96AB-4430E64AA2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61120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6D1DAD-FD21-4C07-B661-F0572E26DA03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65501C-EF20-4452-BAA9-957F2AFB4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59830CBB-A6C7-452A-B1F9-1946DBE5AB6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DF869E7-7DBB-4704-9CA1-0BFFB036C5F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DF6850C-188C-4F09-B1AE-9F22646DF02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9F02C71-BD74-4D44-9974-90E66F3D23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97158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9E8014-5B96-4BF4-81C3-E0F508F52A26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074D5-62D2-4FA5-B46D-2EB7FAE1A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71C5139D-55A3-44EB-90E0-59011526044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ED82DFCF-22BA-4E37-9991-50386096091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698BCD2-2217-4CCC-8C59-C706C646C5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C8FCD02-6248-4494-83F7-E5EFEBCA82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443575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236A38-5A7A-4B4E-9DCC-43B9E55BBC74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0A3ECC-D0BA-4B82-85D0-7D4E457A3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2471AF26-C0CA-4D11-A402-EBB27984B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6C8B2EB-B028-47FF-8A4E-3080EF5DE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206737E-B2D2-468D-9FF1-77FC0DEF1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73FCD71-29A9-4EDF-8B05-ECC0B06B30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19851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0DD025-E666-4EF2-B9B9-E8A8FE2EC38F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CED2AB25-15EF-4419-8ABD-86EC4DB37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146E77C-4D8E-4C08-B80C-785DD2572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CD41D30-4FC9-43FC-AEE3-B1F6CA81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CA5380B-4DD5-4A8B-B550-F4C53D47BD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49355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76C6C1-13F9-4AD6-9BDC-67CC1F81823A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56AB6-CD8E-4CED-A326-5DCDFCA3C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90DA04D-CE73-41D2-AAD5-7EFDA8CD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AEEA2B51-9C68-4605-A924-B71A4A99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26974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FD3C5D-6AE5-4AD7-81C4-7D5ABEB8B170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813A9-E3C0-4A33-8E24-0F9635280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EEF48D33-DF65-432C-9556-384070E0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FCC78D7-21E4-41CC-B402-E32AFF4B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B14984E-A0DC-46BE-9122-B827998B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6E71411-5D34-4741-A4A4-40E1FBF6A0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043456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3BA060-A07A-4FB8-9AB5-D1054D8F41FF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D34723-2B13-464C-B9A3-CA617C226CF8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8B52E-2949-4F28-A49E-C6D530CE5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47954BCB-4E6E-4A5E-9B28-89BD8E12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80494AA-F6B6-4E4D-8BC7-A750328DB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44E1FD8-D121-4123-92CC-5E666099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E410311-1B95-4248-AD23-99184FDD3D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839328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6A6E3D-2BD2-44AA-8DBE-74FA190F6709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B3411-C029-4946-B74E-B40203784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51326-C72B-4E33-8B14-119D1F1E4EF9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62A7ECBE-ECE5-48F1-AA3B-FACEC5A9FF6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2DCE68A2-4A22-4FBB-99E8-C234C66727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9559959-4489-4B54-B868-8DE527A802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D37CC75-A8D1-4FDF-8909-AB4C2D8A87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50462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09C0A3-8CF6-437B-A3A1-98410FEBD961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51D353-EBA6-4EA7-901D-DD8AD9AB5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1991CE-E5A9-473D-8A45-938F9A8CE3F8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C8FA8C-7F09-4DAD-930B-57C0063A43E2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08A7DC9D-BC25-4527-9238-BB25AA450147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0A5AA345-CDF2-457B-B43F-90A7D71712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66C42BA5-4BD7-44A3-9218-A911D51A272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B1732F4-C91D-444E-BD7D-A771022E25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017045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0D7F2B-C707-4938-A4BF-132854FB966C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772EAF-A14D-4333-9E85-73D1AC5DE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6AC9773F-5524-4AB4-A7C4-610F69D91F1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96FE65C-AFE8-41D8-81DE-20400961EE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838E8F25-1439-42A5-BF25-DD179166A7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5F97358-5859-4D78-895D-8E10A68253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177877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29CE93-D269-403D-B633-D3E52C4C1009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E4180-447E-4887-8DE0-FE8049C3F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2B2F7F2-A51C-4A5B-BEB1-DA874FB8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FB92562-9BE5-4CA1-A6F7-AF6EF6E4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2F86A3-85DD-46EE-ABDF-1D6A59ED8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456FF49-8EC1-4FD5-B10B-FC1D767753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427470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EC363B-FDE7-4CAE-BE14-BCB9D90EA048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80009D-71A5-4695-BEE7-E9945E64227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46571B9-242F-4288-BD6D-806867DF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7CBE325-8986-45FA-BD35-A846CC40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F310858-AFA2-44C0-AB66-8D957CFC4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72A473BD-DC81-470F-BBEB-35690B5F9F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327016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706C7B-758F-4F2E-B123-25BF06B9A937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BB8B2-D160-4CB7-9C2A-1E1A1440CC86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8B80C7-F5BA-4AEC-8732-1A43429C35B3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8E482-031C-4CCD-B306-1F4443262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7F8704-E37E-4EFE-B65F-C3CF6A9A97E1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D7EBC-1BF1-48B8-B0C5-A401024A4F6A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2440CF7-6266-4AE2-A4B3-F518CFA75F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C760E11-79C2-4FEB-856A-31452808B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211815460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5675AC-CD6C-43B8-A700-A1ECAB5A9C80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D8FFB-3E68-4F6A-90D6-9E0FACE83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04406F-0CA5-4FDD-8656-8602818C44B2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2EFD880-B876-453F-A3A3-3276B891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6138705-A3E5-442D-B9F3-580D3AEAF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872537A-DC80-488E-999B-FDED3650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288435D-3A48-46AE-B675-F6D1FDD57E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840490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BD3D13-8121-4AE9-A2A3-DBDBEB59A442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19B50A-D34B-4A46-89A5-07783D70B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AEF46E1-E4FC-49AD-9E32-E8DC1E76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42FFC1C-27B2-4B33-B078-F33365B62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B656ABF-5FBF-4F72-8425-2FD460134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9C21BEA-BD92-4E66-9CC6-21574EF6C9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173565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492FEF-34A8-43E2-95E9-1139749CB45C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251643-2DFA-445A-9147-594F865A9BEE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2046A8-99CE-420F-901F-9636851799A7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996536-3410-4387-B2B7-247910429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4A175E5-218A-413D-A6CD-72240E982C4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ED313B5-953C-4C56-BDAD-5E7E6A20B4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4624082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388A94-4D78-451C-88E9-FAD9690AA8B5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68C07-A1E2-4EEC-8588-78F8424F8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78355D-2C3B-4FE3-A633-789DE6F91F0A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84CBBDA-7683-4FD6-A079-DB16BC7F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CF06BC8-6A18-4420-B66D-13DFFB17C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1828C9-0D60-4B41-9296-11B0A35A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D4D4EC0-A5C1-467F-894F-C2633C2A3C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52974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D4E1F5-6922-4D16-B5CD-8BA2B05FAEEE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4ABE24-610A-44B7-8AD0-030519B0B8C8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E4E9AF-2C7B-4F2D-8CC5-4D939893C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9DAE55D-4DF7-443D-9A9F-A81B38C55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396C9DC-8E5C-461D-A191-4346B09C5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95FCE92-263B-4AA8-BC69-D22DB6DC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79273A7-DC82-4750-953E-B1852AF520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560883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9AE6BF-B728-42B4-9000-73DF1E522231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C4659C-3BED-46D8-A321-F5226C53F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87E8D781-AC51-4ABE-9B4D-6E282F60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CE10821E-7586-48B4-B2E8-77200158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62647841-87C4-425E-84D7-0F5F29FD0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7B2F112-6EF7-43C8-B89C-E3450E1038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02958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3EDAE9-8AE7-41D9-A6F6-85B922A43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32CD73-DEA7-45DE-AC62-E584B32CBF55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76885BE6-329C-4571-8B66-EB2F7245C6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1D21E416-0A4E-4A3B-A871-DA6DCDC351A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996D05D-A876-4331-9E20-22E173B1D59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FF9D154-1494-48CC-945F-EFA26E6581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95294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D10130-252C-40D6-B6BD-C3E61B28DDC6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57C59A-146E-49A5-BA47-E4E42F0F2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777120D6-38B1-4B31-B8AE-13B6D9C6D1B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C7001A6-3394-41F5-BD51-48BF1C2089C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BDAB32D-6C2E-49B3-8A72-85342AF01F1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E49741D-C223-4B29-B57E-C28B37F1B4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29908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A7F334-4D8D-449F-8296-9FDC9A33790B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89A1D-3734-4D91-8E08-BEF5BD10D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3E3B68C7-A732-49EE-9ADF-AC0D453A17A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58A517E8-E7FE-4FE0-BF3B-50E8CC973A0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5AA91E4-BD5D-4BDD-9F75-FB31A8F4DA1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74851CA2-15C4-41A2-9A48-F91CB4F408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21753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B1FA7E9-A172-46A4-96E9-F021087A4CB8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EF2F4-F3A5-4AA7-9233-A55894E64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5A252DE3-82EA-4803-9D45-FB61D3B11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5911E4C-CBAF-498F-B156-7BBC49A0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F36D8DD-F72A-491A-A76F-D18B6A659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32784E7-A0EC-431B-83CD-2C8D2631DF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117014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0E1A79-2B9B-4EAF-8170-CD41E7C7635D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B6FFFF19-B644-45E4-AD43-13D70C776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29006BD-D825-4694-A5D2-F2A27A73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05C5E8A-3FF5-45FE-98C3-5B8B5D585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65E70B3-F61D-436C-A832-32E067B6BA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940551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EB0872-6850-491A-B0AE-60B775685887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0AEDA-919D-4617-BD83-40770D641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63B8376-3EDC-4F8D-A8B8-C0D45A0A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8DAE5A6-B73F-46CA-AD93-7E0E5636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061869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CB48B9-B1E9-4C24-9C76-F769F33ED183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F1A350-D9BB-4C2C-A0F1-8EC3E4333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1FAB2416-98C9-4EA8-BA51-EC17D0241C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0C0B3D0-4F6A-4FEE-93BF-B82F0D56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A39C3FC-F551-4FA8-97F3-B9923A0A0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DD520A8-4125-4E9D-9D60-E44D98156C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58593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171934-80A8-4EB5-829C-8C7253494EF3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76D9E3-615A-46EB-BEE7-947F07D6AE26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D732D-CA62-4541-A296-35E03F918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E1B29A16-C600-41C6-8121-92036494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404DEBD-6BC5-4BDB-8FED-142EA8458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E20366C-C155-4536-9433-DCBDDBF4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F6D0372-2B1D-4930-B773-EC62EA57A4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961412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7BA127-65FF-4A7E-969C-C049D7331018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F292E9-0DF0-47F4-B365-DC5BAA002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EEA667-C277-440F-9D2D-0D52051FDEF0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518EDB90-C7CF-4230-9430-0EEC3ED7576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A8FCF904-512B-4CFA-8A0C-0BEE59D06A8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EF941F2D-77EB-4E18-BB18-9E65FA0E8A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76720187-F66D-474D-95D0-718AA732E3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1411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4DEF33-8BA4-4A7E-BB56-9AB293227CB7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0B36DF-42A2-4C1C-AC3A-D9D5915E7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641B5F-A8B1-4F39-9D72-C5F06241F304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D67A1C-61D5-4360-BF55-9768DF45E42E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CD636B70-0979-4A14-91EE-A5D9C6D462D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82F179AC-85F3-4D1E-8EC9-7D963CFF25F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3ECE1DEB-9D66-4E1A-A795-E3FB7AC0FE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B0CB696-2A4F-43C4-8157-0A82BFD899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462121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230497F-AB96-4FF7-B1DE-CC8DF8126089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D28FFB-8F1F-46F8-99F7-DFD74C14F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2466488C-E74E-4552-A6CC-4C3244177B9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01D8AB2-023E-4A91-88FF-3358542C70F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DEB3CFE-2018-4D05-B6A2-444279E889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688112E-5877-4659-A158-E2A55B93B0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743646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BF5451-CEBE-4037-9DE9-A4C68C7094DB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DCA81-3221-45A3-86FC-BB7C661B6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A355BE3-F209-4D9A-9BE6-B87A4B75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C38D15-B225-4232-B3C9-738DC68A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B74FFE-6B99-43B8-8DF8-6308034F6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E08B22B-85EC-4D44-9EC6-8FCCD23BB0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015704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F07BA5-3422-40E4-9BFE-8EC72196F78C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1B3B07-D32A-4E79-8D25-A78ECE21206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CC6EDE0-4066-478A-BE9F-26903524F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76DE5A2-1ABA-49C1-BAFE-3EDE2B886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14FA1C6-3ACC-4C9C-983C-3688DFC3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ABD8C68-E51E-4F17-83D6-0292ADB422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962266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C5E352-6C40-4DD2-A545-E48AEA10C990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240CB1-0999-4416-9A1F-BD793B5F569D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BAA746-16AD-44AF-BFBA-FF632885ED20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FB1828-8ACD-4BB3-821A-19C914525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C46AA0-14BF-4C93-B15F-6C1885602B6C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B6D067-CB19-4593-AF8E-5194FE5121A0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5D6AE6B-2F1A-4A7B-81FB-E7278E4E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341EF88-C8F1-4082-9AFA-ED57EB09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340566818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3222B6-8E99-4A7D-A123-4AE8D899A8A2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69A8E-A658-4E36-9BC4-C35A008B4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8AE9D2-A0AB-46C3-A6BB-D17F988A9117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438AF83-0D6F-4212-B76F-1F33CF7BF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C7115C6-18DB-468E-A00A-719D1FDBD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D07C630-2D13-4C0D-8D8A-E1024874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F986F72-C83D-4DDD-8CE6-506C64497F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49431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D8CC66-8808-46D3-8B9F-F0E8E8A0E350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87CC3-A3C6-480E-A56F-F0AECFCC5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BC6452D-0E23-4813-B0C9-8ED52177A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EF7AD9C-3055-4757-96AD-923A67F90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AB2FF40-B6B5-459C-928E-463724A3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B735DD0-7188-48C0-AAE8-2FF4EE75B0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765652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3A4951-7E71-4857-B937-1FC71DE9C0D4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EAD414-E865-4FAF-99F7-ACE04FAB4A7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5D3BDB-CDD4-4494-BCAE-2AD4D2460D0E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30339A-19E0-4402-AD9F-B2D608370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ACC82FF0-AB2C-474A-9DE6-3F169E2980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756E43D-F836-4130-ADC9-6B7AF95AF2A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299464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286643-B47B-4D30-B3D8-C807336A4771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C9611-13C5-42C4-AD1B-B8F43284F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322AE3-B488-415C-845E-B8F9EF9695BC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7CCD7F3-CC9A-4639-99EA-D1C34F645A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42C2DCE-ECB0-44CA-A718-68FBA309F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2203F7A-D817-43D6-A58C-A1ECE013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1668167-FB8D-4233-A25A-A2D58301F6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16195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93B075-C549-4E03-A858-E224776CEDC8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17FB9E-903D-4A9E-95BE-2BE27D66A787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AE034A-EFAF-4A46-A5DF-6D7BA9B4E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DDDD921-682E-4BAA-BF5A-4147FBE5F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F16BA55-533E-4225-AECD-C55AF64D0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A5E243F-CDAA-4E39-A7CE-8DBB596C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83A4662-D506-4984-923D-195FEFDEC9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102861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9EC5E-487F-462A-9F1B-E566C1ED7928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20BC45-F52B-413F-9CB9-603BCA695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6EA21883-FC8F-4DFA-8AE2-ADDB55CAF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1D3ADB4D-A4E7-4B5F-B4F0-700AC20FD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E630007B-E6FF-406F-8A54-9BFF3317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0A4061A-58CB-4D20-B26A-D31A8F0B4E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83161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45B574-CA75-4C39-AE46-9FB6AFE73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9E879-1E84-4209-815D-F4FBF2AE97FA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884ABB0C-ED26-4E68-BA75-4DEC0ED5C7C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6068978-43C7-403F-9A32-FE79FCBFD0C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1C406E6F-0A41-4D3A-BBEC-D6C7924AC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ED621D3-EAD8-4BC5-AFA2-D0CF79DB8F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751810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E2A14D-DD1B-426D-B4B0-A62084EDEE2B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D0521A-2B9B-48D3-9318-B8EE9D438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56FF5BE7-7BEE-4654-863F-59CFAEED9BE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ED16871-C560-4385-B35C-B6E1997100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BC773096-447E-4891-AB7E-F5E08CE7D45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B8E5152-23AC-499C-98DF-C881D55D3C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864339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BBC33D-F6BB-485B-A8E9-7FCDABC136F1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ADE1D-4559-4C42-A1BB-01E527946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2FFAAE1E-2296-47B0-A9C8-F6F2FD39373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CCF59637-1CC1-4478-AD04-9CD19C0FB21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EC4FBAF0-748C-4A5B-82D3-47833172C54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0F1EC34-DA4A-417C-B467-47815F9EE0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055124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4C5F9C-A597-4D1A-A7A6-E8E8037376F7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8F92D-BCFD-4EA2-B81C-85A21AE64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218B2CE5-050A-45D7-A325-B5BCA3D63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8FB0060-0522-4403-B627-82A6DC9A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CE401AA-4C1A-44BD-A589-5BFF26B1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AE17677-DF9C-44EB-9710-C98C292757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594413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127B8C-834D-4C79-8513-BAC6BB364DC9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EB727720-9FDD-4327-A217-CCBE3040F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DAA1409-5E43-40DF-93D9-F9AD51B58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207E778-4609-4C63-A565-8108F72C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1CE8AF4-F936-42F6-9E0C-25D7B47A1A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334236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A8E2EB-E28D-456D-B0EC-F844BA335D6E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EA208-1476-40CC-9084-1E407CF21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874D77DD-3DBA-443A-A730-8B1D68BC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EE07167-4A8A-462D-85D8-253AEEA4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872115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D1CABF-9093-49F7-A871-9261AE758192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51E7C6-8026-4A90-A3BF-1BA0D770F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6FB8E737-2C04-412A-9338-09358A6D75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7F83D11D-52D3-4254-B444-E1AADCF6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93D58B1-0F75-4B7A-AEA7-F0FEDB0BC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C04B36E-7C8A-4D39-B41B-DB252A3C0F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604476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D45548-E5A5-46C8-B76B-3F79DED1A69D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0B379A-975E-4620-80FD-86B168AF9597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0EEBEC-5E26-46E9-85CB-B76419C7E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E74B5D3E-5537-4255-8887-099EBA52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C6235CF-B2D1-4F57-96DA-7F1AE5DD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7000527D-0E68-43EE-B01B-5D522B88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B4D1F5F-1BAE-4D9F-A8EA-E273297828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663319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FA8D877-6DAC-49B5-A270-0F36317F3AF7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5F197-A41C-4DBE-833F-BDA64C22D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8424C4-C3AC-41F0-8B88-39B0E59D5CD0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323944E0-4291-4D7F-BEC9-A748B6B44DF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9225FE44-FE1A-488B-BE07-A79F58CA3F1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0F9CFD4D-DB1E-421E-BDA8-C50C327994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5690A99-AB47-4706-BF61-4EEBFBD04B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833980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397C8A-B02B-459A-BD00-8BBB829BFC55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221A93-A33C-44BC-9EA8-68D6B511D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0CC56E-8952-4233-B06B-7B2AAE8F585F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A2FA71-8838-4381-AB97-34DBD6B4D542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6614255B-9A26-4767-9863-738A9378263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D43BC0CD-0FA3-475D-90D4-BB5E0A9DAC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04118A22-FF04-413B-8FF9-0C75AC323E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43D2B98-79E5-488E-8CEC-2C3F69E9E2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927228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B31CDE-FCA7-4951-B548-A0E0861D7A40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BF9318-BED7-4CD9-A744-EFDB6CF0B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D6DAE4DB-AD1C-4BA8-A773-8BDE68EDEBB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CFFE80B-68D8-45AF-A633-F4AD29F1D8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03B5DF30-0258-4FC4-ADC2-9D49579C00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FD96A2B-6FC1-4C52-BCDD-5C2539E071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8886943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99051-6979-461E-ACC4-AB9E37F8EA4D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6BA21C-722B-4EA3-8B6E-884D4E885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1B016A7-3652-4788-B6C6-3D8ADD134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B318F59-E5F3-4FD4-ADD0-95F9BB3F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4752BCB-C02D-4192-98BC-28E495F8D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F80322D-2D73-4A23-BD15-86C5664C99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590711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674296-5C7B-459D-BE92-49798089919D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C5C13-7DB9-40D5-8E00-E68DC5A2824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E275A48-E647-458E-8E4D-228B211F8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532E49E-DC90-4861-9E6A-5CB568C8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BE5F02-6D4D-474E-9D08-AAD065D2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CC90657-C9B7-4396-8D54-16D429A495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16954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7CC6D4-DEFB-45DF-962D-7722F543D294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6AFC3-EE2A-4DF7-9749-0B5EDBD58CF0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227B5B-98EB-47B9-8BF5-4435082394B0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8308F-FFC8-4378-B1C9-DDE8F1018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A242D9-17DF-4012-85DB-F92622EBCFAD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A3C820-D94A-4700-93BF-3C40F4CD4A1A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19689CC-3C6E-4DD4-9DBB-1848DCF2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55B2499-3800-411F-8C68-668FC23D6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331311619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AE869A-AA6F-4402-A47F-257407E7F84C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7CFD42-129F-41DA-B080-43D9DA26C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1D5008-6D42-486C-B778-A98A6F1FF500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356422A-96E2-421D-9A8B-E1403BA9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9B91531-0F7D-496F-B2EF-CD942E18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2577EEA-EEE9-49DC-A0F6-270D52D5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00E880A-3128-4B91-A683-5B21FF39E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917840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2A910C-D186-4368-A731-B0375A3E6BDF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E962A-4B95-46B4-BFB0-C19C552ED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D7F3ACE-5B06-483E-AF14-27E6BB4FF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CF00992-9D35-4DD2-AD1B-2AD9C861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24A96C1-6A75-48DF-BDF1-DC77E435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54C7085-ED1D-4DB6-8F07-F3EE373086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1291166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4549F4-FDCE-462C-887F-CF83850BA9E4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3C2404-6B78-4D45-9DC7-7089EEC62845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E841F5-26BB-4780-ACEA-C291B9CC0592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48CB28-77DC-4B14-80C7-5E672D631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A6CC342C-0EBE-4209-A41F-1406599809C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F1AF769-DD98-40FE-932F-E20B9CC6DED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6810727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9F2050-3EF0-42EE-A072-1531B641D3D0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91EA4-2CB7-43A5-93C0-0D6E7E314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E8480-A56E-49F4-833D-AABCA5D340B6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50E6FFF-250A-4FD9-BCCA-4E86CE21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9093E7-5DE4-44CE-9C0D-4DF7F59B1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504E645-0DE8-4ABC-A8FF-BAE38C87C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A97397C-FDEB-4E06-A407-C45F3E0A53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372395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546B59D-0B95-4536-BDE7-6A9DBE4FA48F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F03E0-087E-490B-B8FE-F65B08A95610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56E4D-7437-4A64-95E6-44F15E8A4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CB51ECD-6189-4F30-8BC7-06883CF5D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20F8470-F15C-41F6-A801-35EFFDE0F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66D5CD9-7EBC-4E88-B790-C7409EFE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D740446-9C1E-45B6-83B2-E571212C9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0892709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7F98D4-C9F4-4EBC-980E-F685D100B98D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8C900-33D6-4EF8-865E-E88C95370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04EDFD9E-45B5-4857-8181-0846B3A01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C9480003-0FFC-4329-9594-FAB726D4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DB2C4697-E40C-4093-B459-4E30E35E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C145C05-2C1D-442F-A663-F969427933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9517312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B6A73C-99BB-4E26-A90C-591353B86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F3B2C7-47EA-49FA-8DB5-41C3EABC3DB8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0054B08-015F-414F-9901-1FAC8985CEA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379BCF8-3E38-47FD-B467-822F731DB2C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0158FBF-E8C1-4170-AFCA-9F86593F74D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8FB1C91-3309-4536-A146-85D6FB7B0B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346034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FB39C0-74B0-4D5D-9D88-15FEA8CEF153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A9E84-BD27-49BB-AA9E-09299F9DA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44567FCB-9CEE-41AB-B873-AF8715CDA31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60C46CC-AC22-42BA-84D9-47E93E9FF3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27A2B38-FB5E-4ADA-B433-2045434D17F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5D562EA-C55B-405A-B696-8C8DDDA912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1291522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39409A-5554-48AB-AE35-96BC13159D91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4B06A5-28F3-42B2-8985-C9C53BC7F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315A0F14-CFC0-48A5-B08C-28AD3870B39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3162F70-09FC-498D-B6DF-4606443D5C5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38458ED0-E0FE-49BC-8903-8DE7EE76775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9BA844A-3285-4003-8A51-2E63FB2C26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4227043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F8CA59-11A2-4B69-8ED1-E9BADEFDFA00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AE828-18D4-4E50-9609-2D759299F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F3391A7C-B555-4A4B-A1A3-91730634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3B5C654-4A00-45B0-91E2-89DB624AA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1CA8842-D9F2-410E-A276-9EEF2C57D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77888D6-8BD6-4090-BACA-5ADDE23D21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778222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69649D-95FA-489A-8E9F-D4BBD734230F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571D464B-099A-411A-9A51-9C3F6AF55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556E95D-7B74-4AEE-9229-C342A5890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C7148BC-1D6F-4466-A1F2-9690715A4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A630435-C1C5-4486-A055-F58CF985A9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351563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A9B17F-B2A5-4C2E-99FF-21C2C0C27608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60A77E-59F4-4088-88FB-7DF960FE0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D20692F7-3D35-481E-B69F-21B79AB93B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7A5B3FBB-57A0-4EDE-8851-CA106C2F0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2710247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DFAEEA-EF50-4D90-95AF-CD826B8CA6AE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66B16-0E65-48F5-8D4E-4184F8309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5DF2C87-D27B-4FD1-AC36-19F12DDFB6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4A9ECB8B-44A0-4CFB-AEF0-62194D57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C9853105-2496-4273-86C8-D42C9555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708C701-A1A2-48C3-927E-02AE01E2F4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001661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5B9EDC-A595-4449-B992-19C08EC3ED25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4B970-0B5B-4989-BD8A-FE918ED88569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2171B-B8BC-411E-8B9F-A3AD110E2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8CD1268-9D48-4C80-A94F-ECA20EC62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024CAAA-90DE-4178-A136-F675FCD0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8D39BF0-151F-4C63-9BF0-C11F269D3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0B15934-A6C6-45CF-8C8B-841E24C6E4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9448366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54412B-D33A-4048-ADEE-B8C1AF1A22EC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63E4B-CFF1-4B3B-A281-9624DE406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974FF6-EE9A-4125-A091-010F0010A1FC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35195AFE-63E1-47B7-BEBE-F1D40D47955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54BB32A5-2DE7-4990-82F4-9579293AE13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0ECD0475-2EB7-45B5-A3F6-70D83EC432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01081AF-C8CB-4F34-8299-3ADABE5B54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529202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96EC9-5D4D-402D-AF86-890774B315F7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A1433-E110-4B9D-B7FB-C02D6634E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CBC538-283B-4289-AC6E-678167E82722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276FB1-A386-466F-8F40-7553C049F179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CA1945C-1B41-4D3C-84F5-2F797C4AA0B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C30DD9B7-57E7-499A-BBA9-1A80FF4163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45E484D2-B082-4A7E-8125-98970817FA5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6CC72A6-8769-451A-873F-7C13019141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834292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22A50D-A2FC-4337-B7EE-23624246438A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665A45-3FF8-43F8-A736-F3E054D79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E4D63BCE-2335-40E1-B40F-B5CD3212330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39965BF-D312-4984-B811-E64EE44885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85A46964-1A67-4D59-AD35-FF4E6C2DD56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5D94A32-0401-498D-B12E-21C232327F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2058341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F4D9D8-51C4-48E7-9DB7-05B32FFACD81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987AA-A8BB-4C24-9837-41B40D3FC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BBA3FF5-809C-4158-8154-74D53159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46C66FD-EB50-4A5A-93E6-5A543A767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39B8038-4214-4941-962D-BB719A3BA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856D686-F5A0-4BF2-AC92-E174EDE35D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019595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E7590F-A11B-4D6D-B62D-9E4191CEC22A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70B40D-BB06-478C-B2EF-8C2525922FE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41E070C-0791-4CCD-8DDE-C5565DCB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E2202D3-EB13-459B-A5FD-B162A3DDA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9BAE239-66E2-41A5-81B5-4AFBA842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1EAEBB9-D34B-4030-A6F9-B48B9E45EC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2928313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F12D72-89D9-474C-9215-02B83BD891AC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A74C87-B020-4747-B814-B81F57984283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24E466-677F-4F3E-A4DD-E3F864CB2313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C83D0-2B2D-4478-B7E4-60A739920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11920D-9DFD-442F-8C77-5DB524BADD3F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C6420C-F614-42D5-9D54-C2E68DDFB710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3982466-E255-4CB2-931B-884B2B6D20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186CCE4-8769-4957-B26C-0FCB6FD2B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1562492021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C337A8-47F6-47C7-8BD1-D0EEA483E395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7F1D99-9014-4318-8D74-9E0F063E5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6D3D16-DD2C-4021-AD57-1297F631E777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49D2EA8-013B-474C-B829-BD8AB299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5ECF82C-DBC0-458F-8E1D-EF5AA6049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DE91239-1437-451E-B2D2-4B4E294E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0BB2F96-83C6-43C8-952B-2A298DF5F6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6539110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BC9F4D-A34A-4058-9285-867315165543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EAA15-1295-4843-A7CC-54A34893B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CD29353-DCC9-42FE-A132-27475F403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3D63038-19FB-4F44-907C-59DDCFA63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0874FEC-D363-4D76-99CF-A44AA944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C50C7B1-FEE0-4BA5-812B-9BC77336F7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182326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3B49C9-6461-4C04-B3B1-235C7D5820AC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539082-DD96-4F2B-8E41-AF051593A5C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572A9-07AA-44B3-B943-4F55B9F975D7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35EE8C-D904-410F-92C1-B0F13AC30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B9B832F-8592-4920-A190-C1A7765148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1B62270-6A38-4A50-93FD-3D45672364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6761709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65463E-8DC5-40C0-9487-3B9D6EE7C316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1B72AD-17D2-4D04-B144-50A159FED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D5EBC6-8EE8-4470-9336-3BFA89732866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DB9AFB5-FD76-41A3-8797-CF4A15F003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B8D4A8-D4E3-4EA2-B63D-F488492C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8D8FA2C-3656-4080-BD4E-B51D67E2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2C6FB0E-7E5F-41C8-B3F9-83572F0E0F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4807015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FAA996-420D-4C35-A226-D31B4F32F8DA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03F599-7366-46E2-9D5E-03C274756A91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D95ED8-EC76-4A07-8677-56B0CFF72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6FAEE777-BCD3-4777-B5E1-B5BE97AE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831EA10F-EC2C-4ABB-A993-4E237244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6BA2553-5723-457E-819B-4E7F9CD7E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03F74A2-B176-43D2-B838-A8D87F4CA4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310562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C4C301-5D43-42A3-AC77-C348AAE5A448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3F82E-D6CF-470C-8EA2-9BDF72116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6E36A25D-F010-465F-9B40-07AE7BDB8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19C7FE30-3985-4F8A-A27D-D01DBF559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F6C28E43-4DB2-450B-AC14-B871ED82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3658FE1-CB18-4183-987B-6857FD4AE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53215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94173B-D63A-43B5-986A-6AB47080D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868BAE-136C-41D9-8041-28E972AAEED7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49B6D16A-ABF4-4316-9D51-87C3E08564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17F6C62-0A0C-42A6-B3AC-8D76C0DE63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71EEDD0-5121-41E5-8F77-676D5F37D5A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D3B3664-10D3-45C0-9B01-EB54FAA6E0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725696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909EBB-F460-4D20-A1AE-AEB3041B0211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2AD09-D078-4937-8868-17E57BB64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54D2B2D-A2ED-4BDB-840F-A30B4B66BEB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6578D5D-6C31-44F3-93FC-FD0FB3F4E44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E3216A8-0490-4E55-8A3C-BC2AB268CC0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0E80C4B-4B2F-4736-A1C6-376E8100EF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5804941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8A05A7-7390-4BB4-86F7-CFDE4B05624E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3CB03-9458-455D-878C-24CC4CD00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3B682B78-EBBA-4CB8-BD20-91DDEC8D2E4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FA0CDBD2-E944-4EBB-AA69-4444E18A86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FBDE91A-232A-4D99-B7D8-42D9301FF9D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23CD1BD-F808-4B32-98AF-B811E85CA6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675605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78172D-FC15-4FA1-8564-670201F804EF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2F0F7-CC2F-4BF4-B488-969641383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9F73133C-09FC-460E-B963-8886A407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B564107-C5CA-43BE-A11B-AEDFEEFE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94955DC-F936-4C90-8242-3E31C566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C58CC4A-7705-4D0A-95A5-A20D23F3A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5337550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BB236E-236D-4CD6-9D5E-8268F528C037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3013163-7BDF-479F-9E10-D3D30512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034FCAD-E37D-41A8-84CE-72A30B1B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D715503-A703-4DA1-B50D-553F7260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8AB2B67-5B4D-47D6-8B07-6ECA1BA27F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877082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879713-DECE-4C7B-8E95-62B0D84A88C9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A3B0B-3F7E-440E-AB3F-2F29DFEE6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BC576C6-03DF-4B6F-AB4A-667B4930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D2A88366-5160-4150-B443-6BB0A54F6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88417129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DD2E6A-3730-4091-A63A-860CB6835195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1EDFDD-E091-4D8C-BC1D-E62C53E05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B0C89CB-B2F8-454E-85D0-49D6F03D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0889D9A-3ECB-4101-A546-CD630A613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44BE616B-688C-4A16-B00D-42F1FDB7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B575756-E858-4149-876E-98B1152625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0427026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3BDD8E-653D-4F66-AF6B-88BE104BAE7A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8D4416-0246-49FC-A4FC-42BDBABC8C92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C87718-BB71-4CDF-9194-44B5FF4D0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418C8442-CA57-4E6F-BADF-4F3FC4BE4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1CBA961-5E86-4A08-A404-7449F2AF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35862DF-E0A0-49EF-8494-A18B0383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2F69560-04D6-49C3-806D-FFD3BF8EEA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90866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FC16C7-D73D-4685-B38D-789CBAF39951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CB501-54F5-4315-B35E-3CCDA15A0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B29AF2-82D8-4120-8DFE-4CA0F4DFE97E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EF01AA47-4420-4144-A2D7-5D0A6240DFA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5C9722A9-8021-4525-BBDD-5DDDC3FEA4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8ABC0C6-0277-41CA-A627-8E61F25221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EA6DD9F-CF93-4336-ABBB-CC231F4F0E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6677694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19AF51-FFE5-4262-85B8-8BE166EF3CE2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2BF01-3327-470F-8961-16B2D0934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F7B70D-30C2-456A-88E7-E39C5935B8B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CCC36E-AE4C-450F-BDA5-A97EEC53DB30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994D7583-D122-40B7-A784-626EABFEEBA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791B09A5-2107-4686-8482-0267B2AF918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ECAE2799-59F6-4EBE-B5EC-3CA786424C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6ACA517-1A19-452E-8222-6D010E3730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6191327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6A2744D-D166-4CEE-99DF-9C730C13AEDE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620165-718E-4275-B9FB-15ECC2152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0705928D-B803-4E04-8B57-157085E0A95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A7771D45-09AA-465D-9FDA-0C976E2717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E4168903-ACB3-45DF-81F3-E842245EF21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D36714E-22F8-45DF-A995-DD93591A87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4259949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310B6B-FDD4-4784-A479-12B8771357D0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FEC74A-70E3-4713-8D88-7256F4183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57FDE55-08A0-4A16-AD7F-907408020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0D7CE77-1287-4154-BFE4-C2CE8545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FD7F857-463A-49F6-9126-2BE5DAE6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2B10364-E3A0-421A-87C8-4CAB707504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418610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E1989D-4884-41B0-B89A-21E1D53CCCA9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AD4B-606D-4EBE-9DD5-D4569A7571F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93A9A7B-A47A-4B6D-B552-BA9853388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3A9C570-642F-4DAF-B4BA-905E1E4B4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21BCD66-DB85-480D-BDD7-77D7ABFE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5949B85-FADB-4E4B-9D6E-03E9FE0648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811671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8495F9-98A1-4D0F-9BD3-647333EA844F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59A98B-9995-4345-87B5-8EB0BC6040BC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9D5B1C-CDD0-4829-AC8D-43DA118CA010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D30157-5208-4296-BF8E-3EC45DF97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EC6CA0-5D17-455F-9483-8BB18080FCF0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237CDD-69C0-416D-9403-8EB1341B5DB4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87903F6-B037-4BB5-A2DF-60F07E70EB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38D7835-C31E-487F-B5A0-944A97920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2046145184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55B164-C74C-4E80-8FA7-29C6D516A555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54CE4-805F-4E62-818B-AC98ED9E1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B45134-2DAE-4BCB-A2A7-782BFE82A935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D8FA79A-953C-4559-A579-540897F6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7B6B3EF-0611-4BAB-A5ED-A0F2CD086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01E4222-C705-465F-B575-605FE2539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3150E65-3EBB-4663-B2AD-79B86B9A6A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2378078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9931A9-40CA-4B1C-ABFC-D633E84B5DEC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51E05F-CB54-4C65-9857-DA47CC72E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6F434F9-7F30-4139-8B81-EA73DE489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60F192D-1D52-4118-A01A-2E51D570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75F5269-B422-43B4-9E3F-DAC8EDF87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7E3B366-701F-41BB-A4E6-E4EBAD236B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4419323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D5B5B6-5F90-4566-90B4-8651A271C71E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BFF750-6C68-4DD1-A19E-B4A100900441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CD637-AAD4-454C-8E0D-413A343A1D52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30AEA-4A01-4A97-BC19-6702A9E9A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517A7F4-1F12-4C81-ADBC-E671624D8FD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D02DD0-5072-4F08-8602-09B400CAF65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8315781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65EA91-CB20-4652-A266-48DFF427E4FF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2743A-5CB7-4525-99CA-8A0C286D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3CC704-0FB3-4D47-B8AC-7E39BBFE0A96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2FD578D-62C8-4553-8CAA-D67AB76CC3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12711FE-28D1-4015-AB86-E719E299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148C47-FD4A-41F2-A135-BC8CEBF0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352C9DB-94D5-4F65-AD9C-D097C4F0EA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7894693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27B68-7970-42C6-979E-DB392D12A961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4F9909-774B-4848-9AB6-DAF851E559ED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9CA86-574D-4C2E-A682-07A16A2E9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FCBDC3FE-A266-4EC3-9486-762280B9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267C28B9-1EFE-471B-A858-F4AF6D968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6625B32-EFF1-445B-9AFE-5078232EE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0D9FCDE-48C1-41FA-980B-32AC1FF896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346105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A0C57C-5AA9-4D2F-B84A-1A89E439D86B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67D6D-696C-473D-93D5-21665F52A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F552EC34-EEBA-432B-B957-C5156D91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4213F4A7-59F8-415A-BDB0-73EC1B320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2AB618F-CAB7-4C9A-BAC3-67AA6DE4B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BD8B64F-1AC8-4855-9CAA-DD2A5BAF2A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1523586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0DC85B-2A46-42DC-A785-5CFAD626F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B1352-C566-4FEE-86E1-0E0D2903F29B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7C1B3DDD-CC6E-4BD7-BBDB-138DACBE54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C8123A0-E5B0-44A9-8495-EFD6DA0D68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16B70212-858F-4F40-AD14-8B1623D869A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7A781818-0F6E-42A6-BF57-9F30F5AB80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861508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0E5096F-F10F-4C0B-B724-A6B1E93F56CA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F3BD65-616C-4216-957D-DD942A9B4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7FA9192D-AAC7-45AD-9C87-6324D2B21993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77C11FE-1F02-46CF-8F22-5FA71E7007D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9E43FE4-EF7E-492F-9D27-620EF643D40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A0085E8-9733-456A-B249-4FB595AF7E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390673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4D6BCA6-BFE0-4B45-9C3C-BEF9278ECCE5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0E765F-98DA-4BCA-B7C0-6FE02A405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7532AB2D-BAC1-412B-821A-24274C26279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68644A6E-2F15-49E2-8D06-5486B76436C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1399925-9D83-474C-90E3-63259E18FA6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53E1C86-2425-4384-B2C6-BDD10DAC87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4719817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55D135-742A-4F48-9010-5BD4D7D6EA40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25A7B-06EB-4E72-A047-6E96B31FA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22310BB6-9720-4D3C-BD32-507D8887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2E674A6-E5E4-4E3F-9F46-8423BC9B1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3AFF0D3-8734-4DD8-A10A-9F9A946C8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957776C-D900-41F0-9F13-A8E03ED394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2361416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27BAFC-5CA3-4828-B5EA-9FDE0DB644C9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949CF54A-0045-4049-90FC-59D87F177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E344094-EB56-4455-BFD9-FF905F2F9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D7C3B20-77B4-4823-A48D-210080D24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A95759B-34B7-4C72-AB57-5308AAE505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0613790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1EC101-EDB1-420A-A7CE-CE7C5B41F84B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8815E-3231-466B-B9D4-9AEB58F3B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3F741AF-7F68-458D-8A03-54FD89B1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2D0B6EC6-79EE-46DC-AA69-66E72D600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9709014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FB72A5-20C9-40B6-8202-FFDFFE48D17F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C5949-E64C-4B0D-BBC7-490792981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29DF94EA-BE4A-42AD-A170-4B0F4699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A985E75-6E1E-4C1D-8FCB-1EF4F4E92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BBB5AEA-E9AA-4554-A46A-D6FD8373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1BB3382-ACAB-420C-8902-78FDC733A0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143755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D67EFE-0E1B-463B-ACB2-60306C41DCD0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2722A6-842D-44AB-8FB5-9AE8B74D1714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BEEDA-CC45-4EF9-87BC-6B28CDD8A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40B040AB-1408-4FF5-BA24-070A3346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DF102E5-1F3F-4A1E-8069-065F3F9B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AFF6B97-46D6-493D-93C8-EDBBE1DC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07ED91F-1D9C-4FA2-9757-77C2B15322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1844521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74462E9-D4FD-4418-8344-454E95EE8A02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48D0DC-1194-46D0-B1FE-8B887A639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2A9C3E-859F-433E-B39D-1D68D05B1F8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58B07549-0D5A-4F3A-AEF4-9C4B68A7BB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EEAA2A39-1F6D-4649-B5E9-76A848A966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E260F59-0177-4F77-AC8C-BFC92F3427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73635C1C-57C2-440B-872C-186821FDD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317972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147A72-D931-4BE1-81A9-158863596B25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1B1E3-42BB-4928-A5F7-1F3C5313B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6E5BE9-85D6-4F4C-A1A8-38EDA2D4C2A1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0F80A2-477A-4C19-BDB2-795909243A12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54117023-8323-4569-AABC-BF7333300F8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B2E7414E-FB1F-4A8A-91E6-93AD64DC57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DB13736-8EA2-430F-91CF-1CACEA0690D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7BE4DAD-3202-4B1F-9F94-A43ABC0930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401353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C03146-055D-4FB2-A853-1E42B5B9658D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4C026-C240-4F04-86A7-F34A17B8E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2E678B7A-E2D5-485D-A00B-86AB8346457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C9216A32-B9E4-4111-B005-9CE7D015964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D1817B7C-12A3-4412-944E-20B2C3E773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DC71566-7386-4A1C-9F70-055E51D4AA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7176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C985EF-07D9-4DE1-8F5A-96C70ECDBB4F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82BBA-1868-48E6-9D64-773069BD2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5178AA2-87E2-4CBF-9A1C-799BF9EE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2D783E2-DE46-4CF5-B353-2E03B87E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8061FFC-B590-4543-88B7-3FE91D51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7FE747A-986F-401F-80E0-FF021056ED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6956958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77AA88-05CF-4615-95CF-6593EC9FBD69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3E6595-0409-4324-8FC0-6C63D66F755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4D2588F-8559-4623-BFD6-0CEA81E8E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44E9C97-D4AC-4A02-8E4C-6FECEB65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C67AF36-840D-41D2-96C3-67731DC99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BC9F4E7-573D-46D5-8428-1FC33FBCA7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122502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9EA805-8984-4395-8AC5-ACD4F620CE15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F5A6C6-421A-4DD1-8890-6CD3DA2E35C5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6DAB57-2C1C-4359-A259-C5FBC3E6AB16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EFD83A-2D26-490A-BB84-5B94DB470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115389-94F6-433D-A4FC-DC5BD5D99C44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35FADE-EC81-4B9F-8F4D-F1E363D8EE08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0403DAA-292F-402C-BFBE-47324E98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6710A0B-B445-4C31-9AE7-42BFCC7D9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1968371731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4AFD9E-26D8-4156-9260-7BBFFB0BEC8C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EA544-4F07-48BE-8643-E1245BCD9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B0A39B-981B-4740-A1E8-09DE3140DAF0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0B8AD0B-CB54-49FB-9512-0BF7866F1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C76BD3-80D9-40E9-8E97-EA3E7BC8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A69D3CC-6E57-4B4D-BE20-796C4255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7983079-2DDA-45F0-9FBD-FF1C2B1F81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528788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DCEEBC-6A72-446D-9300-218009F6055B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BBBBAC-7F58-41B6-9ED4-F0FDEDDA0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C46B89E-4CB3-4302-AA37-7787C9A3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C302F2A-71FE-430E-95EC-4DBF2709E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A798C2C-2F48-4441-8744-5BEE9F3E1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6B7398A-C8C4-43D4-8315-184C8B3102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443338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805C11-953A-4C07-A6C3-6E5904959BB0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4B8813-4D00-4517-AE09-32E0D8D1DEEF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291E1-BE58-42E2-AF6C-14B881D599B2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250BB8-9978-4A19-AD16-4A906704F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112FB40-194C-4CFB-8EAE-D5D8FB82909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2639B9D-83AB-4D7F-AAA9-99C4D930DD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4183216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E59C4C-3E8A-46E3-AEBC-262BF3865541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AF5B02-038F-4EFB-B839-E649CF33F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3F8053-E810-484D-8590-DE2CC8E97745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9D64DF3-3E37-4C5A-AD54-FFAFC5F801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3A2D226-19CE-489A-A7EA-CA1252E6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75943A3-CFE0-436A-8ED2-71EA89B50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1980456-6F34-470D-85A1-E3D2043453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3936589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BDDAB5-FB4B-4A72-8235-C38A172EE859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E90E47-3815-4093-9F75-C185FF933AC4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46CCDD-46FC-4E80-84B6-017C8EB7B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54576D93-8C18-4E30-970F-F4154D93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6567CC4-5A91-4097-B209-7B65943B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60895BB-5959-4862-8A39-D4A31963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AA52ED2-C0B7-469C-8114-123B4C365E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7699141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BB5FE5-C0FB-44B3-9A88-44A8F097C6C8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73D15-DDB5-4EA1-BD38-CA9C2A60C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1349AD95-20C5-49C5-BF08-2AC9F6E4E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7C7F9B8D-0E8F-4436-BD7D-4FC962A68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70F3E463-31BD-46AF-A107-FD7DDDAC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2AE471B-85C1-461B-B35F-515AAF9593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6749852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4FB574-C637-475B-94B7-73EB127D6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E3430E-2CAD-48DB-9511-B03774BC755E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BD3CAF8-F814-4B25-BFBB-83798A7DCF9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0139D76-FF61-44A9-B11A-666A1DC4DA7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BF4FEDA-77F4-4BAF-BAC7-5F118DB22E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B92513F-D507-42B4-A451-FDA9DF2355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791333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C6C019-C821-44CB-97E8-8AE36ECF0791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FDD4F-55F8-4694-B9A4-04ADF9F9D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4B1FE25E-3ABA-44C1-84A8-F93BE116D3D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F89A72D0-2DD4-4C50-8F42-F71553C6D73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0DD40F3-310A-4011-8438-2C22B06D6AC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1DE7043-9B35-43E6-A618-622A6D341E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7682697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02FDDF-4950-49F8-90FF-19C00E2B1630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3D720-DE4F-49BC-943C-994702A54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D05DDDC3-B439-435D-B775-5560FD48D3E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B3C94303-EB56-4E7E-BF20-A9185735E57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0D0A5D00-FE8E-435C-A701-7C34E94B47F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9782C8B-479C-455F-9482-BBE433E155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550290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A6CC88-B518-4892-B7BA-EE10C283302F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55E9F-EF4A-48D1-B348-EB454609D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6E9BACE-0697-4BD8-A585-6AC3FEAD3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99041DB-DFAB-4F2B-A8A6-42696CBC7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E96DA47-2AC9-400D-93B8-6CFA835F5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2A85DBF-2830-4DFF-8F8E-9C8F61CF90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956617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C1EA3F-C9EB-4AA5-B2F4-37AFDA610D0D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F916824-B331-4D0D-884C-CF19CFB6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4E8182B-4170-4977-A12F-576CF8451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1654EA8-BCE0-44AC-8E36-1206BD03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91AB407-1AAF-417F-98F0-808984B43C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2718015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DC3E44-45E8-460E-8648-100F40E9D541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5799D5-3AA3-4836-A64A-EE4376E9A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63316590-E124-474E-88D7-E64152049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47524D2D-AF65-4545-870B-0EB04E5FC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03016453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F545D6-783B-4844-8EC7-B507C7A3C3C8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E504F-E818-40C1-A2AB-20D8335AD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2F1751F-3ACA-4478-BF11-B22A2017D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21D4606D-0CF1-434E-A196-15C6E0606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4151C8C9-FB6A-41D7-9FD0-D3DD7567F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B4873EA-2A98-4CCB-ABF4-BC80F59644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7803323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9543DD-4CD4-4307-A470-BC8C92B5A3E3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18AF9E-8CC8-448A-B685-44F9FEFB3E58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05AE5-2222-4526-8BBD-A20EE02F7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FCC88B9-BB5B-4BE1-BB08-F3EEF88D9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0B975CA-E01C-4B0C-BA66-1C423266D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BED689EF-2551-4D01-9AE0-07EB5F4BB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9FCCE06-27C5-40B0-A445-AAF87F004A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310735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B2DE297-A906-4B80-A503-DF5D428A6C67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73836-89B7-49E1-93FE-E7350D1A3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6C9905-F131-4629-B4CD-83EA65F03E3E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F4BC5090-2F16-41C6-801C-602BA247DB5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868107BC-6A28-47BF-9E13-1C9787F6A4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4003AD28-62D3-4BCB-88B5-3B107470A7C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0D80D51-E326-4CE5-8C41-1233BC6FF0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0405107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D547C0-D2C9-4243-B6CC-157755E3BC5E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4EA50-D057-4158-A8DA-39A87AE4A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0BFB19-A2EB-4BCB-8C11-F2FFBF404520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609DD8-18E8-4FDA-BFF3-073907C60094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59F0E6F9-FE33-4B53-BF94-22C92D231C6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E3255DFA-C9FA-4106-AB55-790AD089D8A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14107AC5-6AE8-402D-A0F8-F6D018C8767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765D1B91-BB70-4E4E-B912-686871378D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9330151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EAED5E-9715-41DF-BE98-3265A927F1DF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38A93-A3AA-4D0E-91C6-4DA5508CD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D52B0AB1-57D3-4B8F-8C5D-DC3A96CA3B3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6781A173-0585-428C-BDA2-C1D81BD8D8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ED034325-38A9-4907-AF23-BA99CE54BD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A43F5CE-BA64-4547-8F9E-B52DEF6375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4001869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39A422-EF60-4F33-9DE5-115F9D3EC7DC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35F6E2-CB9A-45D9-BBBF-E91BED890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594A3F8-7BC8-4817-A458-C75275B7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F01FB2A-B215-4DC0-913F-6C57F4C9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BACA1F3-0F82-47C9-8CEA-756E5A444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6A54609-4B69-4218-806D-48CD74CA35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2033904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19F32E-F143-4929-AC27-45C883EF8443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914FC-FAB8-4EE0-8780-80524463231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13A9D53-DEE3-4332-8D03-1E1F7A50F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4358758-1D2E-469F-8670-7928E408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28C70B-904C-4A15-AA30-B46A342B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8BD884B-8AF9-4335-A614-05550E9E2C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6613459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D7E057-E09D-4EE5-82DA-B0628874806F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5F1A6F-5E8B-41AF-84D6-C9F9BA24B13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15E06F-7AD4-44E9-81CA-5C431C7C2CBB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8944ED-297E-4C91-BADA-8BADC7D49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6B3250-AF60-4DC5-9165-A1E1A8EDC4B2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C49D3E-38F8-409D-8F96-998544D7A113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79E97F-3EBA-4704-B58F-F272F3E5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E46B24E-7F7F-46F4-B02E-17F1DCE31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3694424663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56C706-4ECF-4DDA-B685-31931CEB986E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2D5E0-375F-49F6-8864-4C24D9F7B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5FBA32-31AB-40A7-A183-FB7B1C135351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1851921-0C45-4CE3-A53C-55AA7F16F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E3D43B8-C43F-4B5B-A070-38B32638F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CBC6D52-25A3-4B73-A52D-CCCC7BD6A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93914F2-CB84-45E1-9F80-C814EB956D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70671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718C89-2D6C-4728-A5FD-7E5B089AD972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8AF33A-74A8-47B3-86D4-ECACCC600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DCC24DF-8C9C-44BD-BFC0-F25B6A504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D855ED-F418-4EBF-9A9D-9B843CA58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51F2E8-0D8E-4AB1-902C-356362C2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68F4597-A996-482C-B59C-FF85E8D50E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763842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3B786B-880C-467A-9633-DE2234000A88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54D8AD-2BB1-4C92-8B14-3BD31019F4C2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23D528-1A1E-43FB-8A0B-CA023F3F397A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096612-89B5-45B0-9623-67643156C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9C42D85-9F2C-4714-952E-AAF18B0F765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20A6D6-3410-489A-B759-50695FF107F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9557344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9C6BF2-DDEC-4071-ADE5-ED0A723FE6E7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5BEA7-96BB-4FAD-AE46-091134BE2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1BD107-FE32-4CB9-B674-FD569F0F9DBC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7736842-E1C3-484B-A96A-0303B7CE1E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D5225F9-FFCD-4C51-A62F-2E9BF614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FC73579-1427-4A8B-9B85-F714A9AA4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DF5E7B2-82BC-4B92-B489-6D6223BF0B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3191202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11BD0FC-CCC3-4225-B1DD-AE2397D5B6D2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735918-E93E-40EB-951C-8132232370ED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2EDA5-DD18-442E-90B3-8CF667826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71874F2F-D6B1-4225-96BA-CB4AD518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AA55761-9BC4-4222-ABDA-87B1EBB0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96F5A6E-5D8D-4036-8561-FA05031A1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853E9CA-D874-4D66-8CC0-A5C73BEDCB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3458628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F3A119-0A7A-479A-9BD0-4DB6E162B065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D2C7A-5F35-4629-98FA-D57C5BA1E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06C5CA23-1EE4-4AE0-8419-5C494D10A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998CBAD3-3FB7-4E93-A7A5-D6E4A468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7BECB0F-1355-4E3D-BDDC-BAECD42C9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B5711DF-F8F5-4D4C-A307-F2439F114B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2295591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9CF06C-F5AF-49B5-9C04-180712F21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FDA199-FCBA-4216-93A4-47441334912D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25CBEC0-F1A5-415D-842A-62B91CC80A8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45F2AB08-383D-4D10-BB82-9C1DB00F9D9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C26DF49E-08F7-4AB3-86EC-1BF48BBC7E9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46287D4-93E4-46B1-BA9D-365CDB1235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9356167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2BE432-09C6-460E-BFD3-63F780E88FBA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22B851-897B-41BC-947B-C13F5281A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E67F2BB-878F-4EBD-8439-875D1620905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719D434-0119-4331-A89C-39B4368EF7D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336EACF-4A9C-46A3-8C49-23739F95CB0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4D53403-94AE-45D4-961B-CC87740F0F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0691926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831D46-DC4D-4985-87A0-6BDC39BDBA3B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C49538-C1C8-41D8-A4C0-070A3CAA6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0B4A4F4-4846-457D-86D3-FB0409FCB25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63D1CC56-08A5-4D6E-8612-6BA27A19B4E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DE23728E-7859-42D6-89B8-A5B5F331DD7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2BA0AC1-0566-42E5-9760-B278D5D6CC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86670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21301D-F802-476D-80B5-0ADEE2BD8BC3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1AF13-0AA3-4911-A705-5FD3FAED9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9016A8C0-9196-44EB-BE55-725F9E17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B090172-03BB-4041-B502-A95929936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050985D-4DE1-41A9-B01B-E3C24E9F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18F79DF-A024-489D-858D-BDA3BC2514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41296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27DB11-79E0-42D8-8599-C532296AA39B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211873B-6B82-4E42-A001-2A22875F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A8D35CF-75A9-4393-B713-839464A47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ED9AFA1-F297-4BF2-87C8-3F7E7014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D58CC0D-1EFB-4AE1-9D09-97D00A93D9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6097689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1E6E5D-461A-44E7-BD15-6327144B9257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BDEF10-F8F3-4631-B3F4-BCBA29654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14A50858-1070-4DAF-9FC0-316AAF5FB0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798AE90-243C-4EC9-A44B-32AB4C9E6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37419233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617235-CEB4-4AF9-B4D1-653C943D98CF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E24941-E3BB-4FB1-8430-6C285C864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2CC27115-3606-406E-9474-1BD70F26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16561216-9D50-42E5-86E7-67E3F78CE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CC0682F2-766C-4FDA-86B5-B0F9A9A5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3D200E3-7F2E-4955-987E-4D00ECE29C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9070791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E32818-CDFC-4983-81FD-E8A097E488E1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83367C-5881-4F77-97B8-477C9D1FA37A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70B9C7-EAB8-487A-ADDE-48E37CEFA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B6406617-9E00-4CD9-8C9B-0340811A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BC0E0527-21C8-4B39-B9EC-57C0670E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1A2476A-118E-49BE-8940-54D609E46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21A9593-980E-498F-91C3-429C255FBC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7627227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43F8BE-CF94-427C-8846-B6194917A9C7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F3E10-0726-4B49-BC3A-3A8909CAD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DE0EF6-1B74-414E-B2BD-80E815501C50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3E263108-42EF-4053-AA19-F437B0A6F9C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EFA699B8-E7F4-41A8-B738-8F43DEC1A0B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04C32594-70AE-48ED-A7B4-0F9BF6EEA02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7B9C49C4-DE57-4112-BB22-C95814E80D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45919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0ECC70-0429-4134-B131-0887F0D7525F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EE12EC-6CA5-4D31-91A2-97A4CF2AB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5968CF-3FAC-426C-AB71-4E20185D469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7D8347-5957-40C9-AD63-7B33926832C7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48D24F47-DD06-4755-A6DA-60CB9A1A2A5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D5CBFA39-0A44-446A-A83F-8B9079F9C0C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123C1059-4E32-4407-86E8-C296D72DF2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53767C6-61FF-486A-8C23-7DC6112D15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6358353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A698927-D8F0-4717-87C2-26FCEEFB599B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4DD188-CE72-45BA-A1EC-915BF0FA1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D4C75751-5935-4B07-BBE5-04A15690CEB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6ABB6388-B8A8-4B99-A633-761B1374C7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CC42032-570E-4328-AE14-3AE9FF1523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9FFFD56-6FD3-43D7-B5FF-C12EC74585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281640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496507-34DA-4612-848E-614FCECE3D14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3E7ED-57CE-46AD-9911-CE9C477C1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69ABC20-835F-48D6-AED7-AB0EAEA22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5E48094-5D6C-4DDF-B677-3C8EC036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FACFCFF-2BA8-4F80-B337-9D6DAD90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927A66D-82EA-449E-A209-2B259A2E73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7874019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1154CB-FA93-449F-8E07-178C6E44210F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D3DDC-5D5A-46D7-BED8-B7A37456932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8002922-97AB-4A01-9EC1-DC7DCCF2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325A51A-78A4-46DB-B2A5-3CD5A3A5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41231E8-9082-46AD-B101-6B32C4DC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28510A2-4318-4F4B-A675-F5DB05FE06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751045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A8526A-04E5-46D7-BB18-C80A624057A4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877F86-8E20-4E4E-9C49-D8FFF254A79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12C380-03D5-4ED5-9C3E-201657542CD8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00B7EA-AF98-49E5-A2D5-CCC719198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46FEBB-E3BB-4C55-892B-DD5AACA157A7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E7EB17-391B-4F3F-B49A-3B156DB2869C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8909BAD-9314-42BA-9783-3BBB4BBACC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1CB5D82-49B6-480C-B754-C33AE5CFC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1619831160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68AA93-E63A-4E06-ACC8-A1E493360E4E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4620A-45D6-4E18-8D71-56F0131BD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C8B46D-E4AD-48EE-835B-4385E1A04D55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24282E0-F607-45AC-A948-7ED4F5C56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47FAFF5-10E5-4F8D-9D96-E2A76931A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88D989-1F76-457E-B8B3-CA37F56C4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7E4C3208-9C3B-4A9E-9F6C-140F96077C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4140236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1B0DC8-85CF-4F8C-9DD8-ABF1F58AF6D4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B20B8-A9FE-40A9-8C57-92F2CEF07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55C03C2-6778-4DAD-8C2B-D1DA4C85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3952E08-2B53-4D3C-9D5F-FD01D2D5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B2E19-63DE-4E7B-96DF-354B271A8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002C031-941C-4A6D-AEB7-FEF7B6AAF2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9542020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A50E70-47A2-4035-98A7-58A95D136AD5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60BFF-5DFF-49AC-BEE4-DE76492FB73D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533C2D-0F5E-4FA9-A741-2F7055612891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DA1942-C181-4EED-BA31-C9C78D46A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A883262A-3B45-45ED-BA87-2222C9C27C8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98EEEB7-42D0-4544-B0FD-775B97E63B4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82320629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772690-75A4-4FDF-92BD-D915E2E39188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BC9EE-2703-4C27-9957-53F804D7A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34F0B4-AEBE-44ED-98AA-69240B10EE1E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47D3DDF-9F49-4D78-A721-EB5C1D6D28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FEC389D-F4C7-456B-8611-3146520E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2A223D8-3A79-47B3-AB58-CEA74E02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9641299-3686-41E7-BB3B-A5693839B5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4512020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6A47D7-829D-4237-99D6-8976CFD8D20E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1AAC28-1D69-449A-9F8B-BB57D10A5DDF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ACA4A-7D23-46D2-9637-39FFACAC9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4E2BE848-40B8-4E31-AEA3-D169A999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51DD394-D0D4-481E-98E3-55D466EAA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3334949-9627-4106-AD25-26DDAD085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9E8328C-1A46-4DA8-9F91-177AE7E59F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2284371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085D7B-A991-4D17-AFE3-B186FCDB4A45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FAB056-8F90-4E74-AAB2-23B074FA9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688F25DA-E8E5-42BA-9A81-344EAA7B6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D22BFAAF-8537-4BF2-AB59-1A7A34587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49E85FF7-EC8B-4EE1-B225-B147C16E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CC2A797-22A0-4C19-9F5F-5BC9560791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9799037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CF5E9D-371B-42F6-AE6A-51FFC6448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B2D8D2-F97E-45D6-B0AB-B5F00F3ED126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4D8EEFFC-4854-43E2-B1BA-9A34A7DA80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ECBDD77-85B1-48A5-8D38-E68089F17F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0F30DEA-9501-414B-BC07-37625B76564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76E7602-CE9E-40EF-98AA-7D28D3EDB8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0086560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C9E582-413A-4FF2-91D0-027FC435EE17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7C8B0-F80A-49FD-8466-F47465C24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CD772200-A844-4C56-8EEA-ECF5D316E5D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80D7799A-9708-4F37-ADC7-04120C5A142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58B4DE5-F272-4797-81B7-6EC291D1601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B338CF8-D4F7-435F-8580-EBC1569EF7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2650039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4D5D-3B76-45EB-98D4-9C51D05F5AE8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AD5278-02AE-43FA-BD0D-41325FA96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BAC991E1-D8E8-4F1E-9C2C-CF612CC477E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D46E548-FE64-493D-AAA4-F31A9A48CD7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892C6EEB-3D8A-404A-9D76-0DE6D2322D6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4DF4B75-48E1-46E7-873D-04AB5CA23F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9831907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43183B-CFEA-433B-BE20-4BBA25427948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2E005-12AC-4FE1-9B10-3221ACE5A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0FC43E23-9114-47F5-92B0-FEFED549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0467AC6-DBA9-4A80-B722-084B70B2F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53FB827-C099-4296-B747-975019453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7B622BAE-D5C4-4153-8375-2F06D38577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3254013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59777C-8D19-403A-ABD7-55C85399FD2B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B6A49F93-8B7C-48BF-A3E9-AEBECD62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01F02A6-EA31-4217-AB35-5046D44E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700BDF6-5D2E-4E3D-AACE-B9C8B179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4716C23-4F59-4E04-B1D5-970D9A1A9E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8343362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ACB57E-4D97-4B36-8D6E-F30FFEBE70FD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E09C5-5D1A-4750-8EA3-674706943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DB76BDB-8B91-4B93-BC00-F1F9EF17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D8104498-A4C3-4B0A-B1B2-3C81C514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19429114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23814A-8270-40EA-A8FC-7A17795B98CA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EC02F4-FE91-41FB-B035-86F60182C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B5BFB4B2-3302-4E65-B436-0E1EF1CD6E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AC29033E-3DA6-409A-852E-1B53655F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D511592-D51C-4310-8041-492BB96B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474B69B-0E3A-41FA-A6A2-226140CF3B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2893804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D691C8-23D1-4DD7-95E3-C22F39659524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64EFC1-E2A5-44C2-AF31-B9E5B33FAFF0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5D749-A425-4744-BD61-0C2A14366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B7277FAA-0E44-4714-9FD3-E899B4E5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5BB5184-AD07-44C0-968D-6AF016ED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E5005D2-C59A-4953-A097-7AC41567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DA43561-B236-45A3-ABD4-421A15B2A9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594886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C092D3-4B29-4349-8494-37FF1B7502D3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09C59-5CCA-4EDE-AF6E-8FD89918A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B3E18-E01D-453B-BD62-D6D15E8CAD52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F69CC6D-7391-4064-A0F0-3845A726838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9D524B04-688C-47FA-8BFD-9E64558CD5A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EBC3B22-6C1E-4F7D-9E66-6F81D401F8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FAFD05A-2FB9-4D70-90EC-F57B86F56A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4777322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EF70DF-1644-4811-9FF0-0FE4187AC535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3BCBB9-F529-41A4-8A08-5F6CF8670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FA3B20-7C7D-45BF-BAD2-AEBCD079AFAD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8F1FE7-324B-43F3-884E-C26DCF14AA97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3ABD35DB-A1D6-4685-B1E1-53D2836D87A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D43EABB1-DCB0-46A4-A5EE-BB681FD3633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FC276DAF-6668-4A82-A92E-E9CFFF18DC2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FEE8485-F94C-4962-8EE3-4EC3AD63B0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5871482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947017-E771-4A92-96CA-BB6D1F5E3FF9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5C3E6-61F6-4DED-A615-79EEDA392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56D6930D-D4AE-470F-AABF-C55704D5B03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6097081-8531-4C88-9720-007626872F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D3F18DEE-B11A-4305-8303-17F8B349B8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D825B45-3FE4-4EA7-A6A2-808465514E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808018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35BC38-5DA1-4EAC-82ED-64D893D4F696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EC7848-1A08-430F-9E19-C8EF4C882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7B29B6E-A369-4739-B853-36D3CEC50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A056690-0077-4235-A602-CADF7B366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9AF96C-6F02-4C47-BDA9-3883C1DA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5EF85C7-DC03-4F87-9690-8F2D38FF03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9323144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43D556-8410-4DC1-B0D5-E4CF4993D603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4FF42-F8D0-4907-B3D4-665A63E0678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CC766C5-67A3-42BF-9303-7E2FFE5D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A419864-53A7-49EB-B35F-2DEFA9872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8BFBA4-D3E6-4D3B-9BE1-F5AC425F6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C9F5A93-8CC3-466B-9407-8AF37010C0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2761423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F9F4AD-DEE3-42C3-9E6A-0C822912F0A9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068068-8970-4608-8CC2-AB48EBA8131E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361FC8-A9F4-4ECE-B317-CA5179FB4111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251EA-B172-4C9E-A266-951AFEF3C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AF9320-86CC-4020-9539-309F7FE10E6C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086929-D317-46D6-BACF-F71834ABB3F2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559D439-6E40-4EEC-8C05-E001724F1D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2B05901-D708-4E5C-9CEE-C38DDD43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2619784960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B98A9A-D880-4BFD-A589-F0E7782C2306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830941-33E9-4042-83AF-34FB41BD7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445504-8F34-4E74-B9CC-C73A5862C6ED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725D122-CD6F-4B41-B0CD-5BC56386F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59F28AB-3619-4C14-B5E1-187AB0AEE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C70DCDB-133F-415E-94FD-6539B3268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D68FDE8-30F9-48DD-A684-F8E7BBD336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1119747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EFA4A5-4457-4CC2-8E32-09BC1245BE3F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42DA3D-C05E-46E6-BFE0-F1983EEC2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39A055B-887C-43D4-B2C7-365146136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F8F098E-0874-443B-82F8-42B6296D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C3B45A8-5939-459A-8451-14003C05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C748119-0239-44FA-BE0F-6A3A127AF4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1642425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90E9E7-0DAC-4C97-956E-D474C9141623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DD233D-9A2F-4678-B92C-64CFB0517D1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30A41E-A6B6-4BE9-AB25-4F934FBF747F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E1781-D0E7-40F6-9704-5A7C81F32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363E58F-3133-499B-AE59-0A5FEBEDAB6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8327050-BD17-438C-BB68-D9617DCFEA1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9788237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EF6361-5E5A-4796-9F48-F4851CD30A33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A38A8A-902A-4A7B-BD16-60A069F6C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E5BBD2-8E4C-4A95-BF57-A932604806EB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125D5B8-FBB4-4516-A38D-D4963BDA20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178722-FDB8-4E63-B9C6-189152F61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96B5EA4-B96A-40B7-A5AB-8D1B1FFC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514C024-5018-443B-A261-0600908FDE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471905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EFF2ED-D534-4DD6-A6E6-F25F5B44AB31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3D18A8-C402-4A3C-A757-C21CECD0807B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C7A952-DF70-4A0E-9D3B-764A6619E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A5F9FD7A-5EC8-4962-8EB9-EAC56942A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14B50BB-8EAC-417F-8A36-4B9F320C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8EFAAEA-7E8C-4569-AF0F-AA45DF68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0C83E48-7A97-4AF2-A0C4-2E81DDF94D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6710349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BBABD4-4E3B-4BCD-B7C9-AF9CA25D3D32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483F5B-4299-4815-993A-649BAF549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1358AAFC-1488-4946-86D1-22759C360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C26FF72A-9DFC-4E3F-A2DF-0B95D798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D6ABA9C7-8CB5-4B6C-B489-1F038486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A0E32BE-AD95-4E7D-9FC1-56D48697B2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9642598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7C2B5C-26E8-4BD5-A728-7B3D8A6BC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D9BBD-5FE0-4D33-8680-DB4993F9F0F6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BEC0EB42-CFCB-4FAA-8D96-229BACEDB4D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D52FFDC4-2CEC-4A52-90EE-B0018455123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23EB655-5FBE-49A4-A7EF-26B1E2F693F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E613571-629A-4E86-951B-0B5F6E2171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3459837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3FE29-A562-4932-B73D-9A9A6C7B956A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C166C3-8EF5-4947-9664-A903AF982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8396F592-422E-4181-BB51-52461B5A60E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6427946-1391-4B4F-AAE4-E58D2B2E393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E23DEC2-011A-40F6-A643-D4940BB2B3F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0DCE286-EA5D-4DAF-8497-0A12D4B00E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450740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78A490-C1D4-442B-B097-68829206D83C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CC3F84-89C8-4FCF-995A-E487613DB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24DE30B3-D11B-43B3-90C6-727B6E80677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077AF876-0DAF-4215-8688-3B6E28070FB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ECD7AD6C-3052-4395-A0A2-DA8FFEF144C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A90C55F-44AE-410D-8E84-D4C3F6AB30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4191064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3BEE24-9F5B-4EE7-B1FE-1AD8D4378532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3059AC-FAA5-41CF-9555-388BF4804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FCD9318B-AAE6-45C8-BE50-649C3DDD7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1AB307A-B65D-4489-83E3-895AC3C4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F254BBE-5937-40C7-8F63-B331CB12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310889C-D028-4EF4-A809-CFAA953458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2074480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E13F34-A533-4C93-AD34-B6518813AF20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722C877D-2B7C-4DF5-A477-AE68ADEE3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2521BC5-644A-4348-AAFF-70C9C68B6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228E705-883D-4DA0-9E20-6FE2071A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4F491DD-84C4-4080-B368-7AB5EF3F2A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0336030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D0E895-31DF-4CBC-A1FE-F49CAB73FBA6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029F2E-C615-497D-997D-26244992D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66F883F8-D30C-4F0E-95EE-FF4FCC6635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9B6B4BB-4BAB-4505-B497-EF5AE3B45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7508455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E0080B-5F8A-4F1E-AC80-2B5DE0FD4A15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1E04F9-4FB8-4FA6-9412-67E297B6A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E437C463-2E8B-4DC6-A754-57BEBDFD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665E341-E08C-470F-BCC8-1A9EFC76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2F91C86-1973-4E8E-9DB0-8390E863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EAB72CA-6534-4AB8-A828-7161DC710B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4390299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1AE9F9-E10C-48D1-A3C8-2AC1D48D1DF0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0D768-5FDD-4F90-9710-2CEFBAFA2F69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010BBD-364D-41DA-88A0-BFD226C28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8854853B-842F-4EE0-BCAA-6EFD003D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29D1D1E-6DA9-4902-A827-1F9E057C2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96838B3-28E8-42DB-904B-B50E5782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A7F0DCC-FBE9-451A-A2E7-11AEAAEFC2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7157685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39531C-8528-4314-81C8-83B2CB8C2114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D70BE7-6352-4425-BA7E-2CBCE0E22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859919-B9D4-419A-B9A4-24F72B665A5E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B71EB24-C795-487B-A236-DCED2ED45FC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280AB98F-D648-4CDE-8D46-D8FBCC3275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200C3447-0E7B-4AB1-B0D1-B7C2BBF387C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3332675-E4F6-46CF-B643-1112077E28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3867871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37984D-2270-445F-B994-B5595F2B3497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8B2110-388F-4072-8916-A938B87B0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865048-BAFD-4136-8EEA-17FC32726380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E3F5FE-1A1F-4D2E-9EA4-B44FA926633A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C064A68A-88FB-4023-833B-1E9D0DD1CCA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C744D626-65F7-4F53-9185-CE43D5465F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25103D23-7BFC-46F2-8BE5-EC14D5FC684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36F4E94-D726-49E7-BAD8-E559ADB0E3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5871931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705EAA-359C-41BD-8945-B4D7DB9595A0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89C342-630F-4BC0-9153-C88D7E72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84A6793-5AF2-4D17-B1D7-5A652E30CC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6B296648-7E70-48E2-A3A1-861C7A86ABC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ECF19655-CB17-4548-8450-53E32D1ACD6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9FA93CB-B80B-4174-8308-F9CB9CDC30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3103103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768C65-8487-421A-8C84-DBE8371CA3F3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55322-2AD1-4B61-AB1B-F3C88B572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B785893-9D96-40B6-896E-D2B14690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AF4C74F-86F8-4786-B89E-5436FE279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B3CB46-6295-4A25-AA9B-A4199FE8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E368043-7E09-4CA2-9C12-618F019B46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7728563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A83541-D2B7-42E5-BA16-129E3B13D21A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3B125-75CA-4BB6-A9F3-57EA030315D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E95A770-86EB-4BF9-98F5-64463EAB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DE918C6-90B1-4E11-9B29-C6AFDACDA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C46B425-5E9E-4E17-A13F-516CA643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54F6A88-3A46-417F-AEFD-61BB0662D9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1830693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D79567-DAD9-4A37-9308-B353857D65B5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06BE5F-9F47-4FCE-A666-B0F1D782FC5C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5630D3-1AA8-4A52-8E11-6D5F1240400A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8C46B-0474-46F2-9D31-B612AB530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62FFA2-617A-4142-BDDC-7E7B05B33FF2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118044-B5B7-45DD-AC13-3C5D60B54B52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F7B0393-A0F4-458F-A5B1-9A180DDB7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4A8B35A-9427-4E0A-9FD1-7C381FC0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671820958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483BBF-99B9-4564-9436-79CFCF5C7B8B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52700-BE3F-4967-B5DB-5B41588EE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9E081F-66F2-4C1D-B363-1FB0326955DC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A0E2941-718A-4F96-8785-6B4D9FBDC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14F2709-7E2F-433B-A21B-131090E9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A9EE510-FAE3-4C6D-91F5-CDD54BA5F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30E6730-F165-4CBA-B7A1-8F9A0F357B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999344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E8600F-D5D0-4648-A0BE-AF9ADBF5426F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8F7512-8D39-494D-84A9-ABD943ACA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259D987-0FEF-4CB9-8859-A89AB593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DE7838B-008E-44B5-8BE8-A5508946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777BE2D-9704-4ED7-B4BC-88DC07BC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2FC78DC-F179-4ADC-9086-060662E5E3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6791660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03A0F23-D49B-47CC-9C38-6D8959A110B0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BA713-AA81-4A41-B447-0F585C9BBCD4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B470B2-BBFF-4656-A5AC-C2CC156DDEAD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FABF8E-974B-43D0-9918-6E61CD0D7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4A07030-8968-476F-9E62-8A1A8B1141A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13D8651-6F94-4305-A904-9A795F61D9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61578374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469D50-BA50-4D48-9330-044975B181FC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EEF2F-303F-4F3B-B364-9B4ABC368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0C4344-743E-4BE9-8A09-5EF835C183DA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BEFA5A4-87D2-4490-916E-2223AE1AA0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F4736F-4680-4C14-A083-729B92FB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0177477-80D1-493B-9EA5-B59867E0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435809A-0E0E-42CC-8207-DB04DCA871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6608249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7C4488-BA75-48AF-89DD-B28C4C65655D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642776-34F3-45A9-96B1-8C2AFC038EE9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F7376-B41E-48F0-AE98-BF0D70583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6DD32585-DBF8-43C3-BC2F-10546760F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4B57ECB-BE21-48FE-B3CC-D6E4BBB9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9A204AD-54F4-4248-BBA0-34A57E3A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102DE11-48F5-4E54-9016-401B9CCEDF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9607751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1FA6F4-4009-42AC-A399-FCD0FA877284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CF88C8-8F64-442C-964A-B3D2C32A2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01AB5D-B565-41F1-BC18-E06E18C4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719613D4-6C45-4D01-881B-5451C2F0B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1CBE3BD1-6C84-4C39-BCBC-4797C3355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B7CC812-DB68-469F-BD27-B8A52FC0D4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2830713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BB3546-2214-4FEF-9888-67A8610C8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B49C84-A967-45B5-8B3A-AFF56CA4655F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82F9F641-041A-4F83-99DE-ED517785E1F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43AD0158-EACC-45BB-972E-95BB46779C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13C1A71-BAB5-4727-B35C-F3F43BE4F64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EF341DE-E763-4A61-8DAE-BCDF1C196E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850237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40D2F4E-502D-41B6-AA55-E257DB31067F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B5C89-1CFE-45B1-BD3A-1363636CC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BEDE5DE-2987-4E6F-B0B1-97889035A9B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0F616FD-E615-4C67-9A20-9A4BD3D8FB0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6E6ED56-C870-4744-A5E3-2E7D2330C13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9903406-F0AE-4DF4-9660-20E4563120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5255404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6CEB744-2097-4792-906F-6C6651A5F65C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01C9E7-A3FF-4FFD-AA15-EFD54E3B2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0482C4DA-6349-4DCD-B4DF-1CB44585583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BF1F248-C0CB-4A44-A58A-8B78F847823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4425890-CB37-4B37-9356-F102FC2CDD1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ABA76D5-8BCA-4A06-92F2-073C374454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3455530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E12BB0-D42A-4510-BB22-754E914EDC53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01851-432F-4C4B-8E31-9F6EE22C4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E0D56716-2770-4B56-9A9F-90CD64278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593A4BD-6F25-4ABC-9D75-D620E2F7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844B3FB-B1B1-4D0C-B4AF-26B1339B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568DCD6-B95A-4B92-8206-DC6698A830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6423436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629828-AE23-45CE-9DCD-AF33BE5C846F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25C9A221-B345-48DC-B062-DD67DE3B4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8F84A64-342C-432D-B2A3-C044B682D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AAA3AC4-9927-45FE-916B-70966A1A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0FA51F5-7F54-4B28-BBAB-EB6E0468B5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3027002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60453C-B8B1-415D-A7C6-75260401E97B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7A4BE-E7A5-4715-9EDB-548AC69B6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E4D095A0-20BE-4EB7-B3D1-6B9ECF3A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329EB44-5D9D-4CD5-BD7A-FB909BFBB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7922336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234085-57BD-47E5-92EB-44E7DB555462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F482E-0D07-411D-AD29-A4DB446F2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FA47D41-7EC3-40F5-A464-B81FDB60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7BA32FF-CA37-4FC1-8E47-8AEE76861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4A79BDE-98DA-49DD-92F6-91FCD61B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9033687-4BAF-4330-A028-F0608304C8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2540655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5B191F-BD58-4937-BFDA-AA1E94701426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520AF4-30E8-4CEF-848E-0DBC983F6195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5F79BC-8FC4-4D71-BBB0-583219563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1BB3B3B6-92EC-4D85-946B-38F7E43E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254BB82-831D-4F75-B7CA-50E97EB4C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AD4F83B-212C-4DA6-91F7-A3B84A9A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8C2E762-EA3A-41A8-9F0A-2777A0D92D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9036877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DAFD7A-C200-451F-8B8B-16D096CD5384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76DDE-A025-467C-8CCC-8024497EB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C9DE39-BEDF-4AF4-815A-6ACC105113E2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06B6F28E-5CA3-4A8A-A1C7-73CAEB40E71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7CA8916C-8DAB-47FE-B8EF-2F8261FC38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DA02B2CC-1797-40C1-B904-2D583A31F0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779347A-6766-4058-B067-86713B295F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718391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0F8A502-8CA9-4FF3-AFBF-C058656C617E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6CAA0-C0DE-4307-B101-D40608600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9880AC-4399-4AE4-93CA-777FA37B06C5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AB5B68-C2D7-4FF8-9617-74F2C0B37C08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36183FF9-1254-4CDA-B7E7-47C6E7A164E7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1BF64F06-F328-4479-8354-D4E1651D423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4ECD703F-2B5C-4AEE-80D9-8D3DF4B3673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3EA220C-651A-49C1-A0AE-CB91D17395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2858626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C6C162-B1A4-4872-82FF-07D1E85F205C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4A3CD0-BAC3-466A-AF2F-25F35AB99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372552D2-5612-4734-8753-70B1C4D00ED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341EDAA2-FA2D-4D98-BDB5-0FCB9001986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849B30D-BC31-4F95-A886-293C4A0541D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6B23D69-80BE-4BD3-87F9-6BB6AA2E51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0795768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12B645-B5D7-4B90-9CD5-DA8AA788E805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58D08B-4DBA-4305-A504-7B7FF8531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552544F-8904-4950-9A3A-7857772D0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DF33F2F-95EB-44CA-9265-0CA68C56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2FE39A1-6884-44C6-816A-F844C695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D90CD17-B9B6-48E7-BAB3-395EF0F108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632900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FC003E-F5C2-4105-B856-857A3CE18E8E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41338C-E46F-4152-914F-0B94D5F2FE9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E514AB4-7560-44C9-BFDA-2A630E35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E2F9C81-8D27-4225-9E96-BBEABFFC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F211D9C-C720-4939-AFD1-67C1B94DE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5A6D040-9034-45C6-8BD4-4DB557C975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437201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1BC204-1EE3-409C-8DFE-58F0AF52BBEE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BAC5A-E484-4194-A23B-152446FC33E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8FE016-7265-4D9D-9484-55A76EE7322E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C4FA0-444F-4C89-B3F9-E289E4CA2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465413-A879-4975-BE23-23284DD49588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871822-B1DB-4140-81BB-BF5D47B50E62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F1DC73C-DBE0-4745-A0A2-0E31D5E1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B47E39C-3F1D-4517-A479-086FFA37E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1637933244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C9D93E-C281-44B2-848A-86C009F9BC53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56C72-34DC-499E-B67E-9050C35B8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F6634E-CD4A-4718-B43D-4EBC273BCE63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30A2C2B-E1F3-47E6-9D52-BD48A0918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A8CEEBC-4EBE-4274-8614-FDE62CCBA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0C5E880-E093-43F4-9C1D-3296F9EC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07AB4FE-2DA0-4A73-8F20-2041F532CA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7367510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E6EA7F-EE2C-4A47-8D7B-618D7483F950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896FE-A095-4CA8-9C26-473CEC802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B100AC5-699E-46A5-968A-3285A813C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DC070A7-D2A4-42B9-8D4D-4D074B045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EE0B75D-A5F3-4B0B-BA33-584706611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9434CC6-99D4-4E06-81A7-0C59255848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7371154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4418D4-32BB-4BCD-A846-C0BAD826FCB0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B23143-AB32-4422-93DF-DC00C5F0A3C3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AC1661-6117-41C9-801C-6D5D63C31FA5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933589-B53D-4E82-B868-67C94EB7B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C9B1117-F99F-4059-959E-FE6DCDE90F8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FBDE384-587B-4109-9459-BD8635451E2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855469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45204D-0D74-4037-B823-08338E24875D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4C9DF-C7D2-4482-A16A-82574E1D7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334611-D1D4-4CD4-A45A-72029EF33A1B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0AF53E1-EB84-42BC-A98F-0D5AC76A6C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8A14CA6-CF7E-4251-96EC-29C15A67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35AEAA-7D2B-4A77-AB1B-C08CFD0D9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4322055-FB7B-4399-BD1C-B38123612A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8019458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8B1A08-64E9-4142-88ED-D3D4379D4C7E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B7CFD-360A-43AC-8C6A-6F317ACEC500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3AADD8-5F99-4B62-92B3-1CAFE6473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A5D22105-2E33-4DD7-95B1-C31A83EB7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195A0D8-2223-43DE-B9AB-4696FE73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71678C8-D5D7-4336-B0BE-0C290E7B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CFEA533-FC04-4961-B174-12A47983B2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4998794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96D970-9091-4B7D-8A02-0882BB15CF35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214352-2581-448A-9C60-BFAD53B40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3E853C7F-E7AE-4368-8F01-8F305D2D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5BE4B6CF-97B2-4B6B-8609-3B0637F10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BA30E236-1CE9-40FE-B0D2-AB9D0182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BF87686-43B8-4686-BE64-547CC7BCDD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7750333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5384E8-0B9B-4F4F-91D7-AF9F84DC2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AD20CD-2953-4B98-8DDC-965D9F58B7AA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51C7905-C737-4399-A7F2-C552979E214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49ABB50-57CA-4015-9DEB-07511F8CF5C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CED0B9D-9053-4A72-AFA8-E7D68D00B1F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6DB9232-6C6A-41A1-BC17-D9DE1FD20B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646630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250A769-824B-46ED-A157-BBFFE3203C89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6024E-9EE9-40B4-9989-77CE61CB8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BFDB3A02-217B-442F-978C-0CF0DF2BD50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EEA1944-B807-48F6-AE5F-2DDCC881F1D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5C3D8B2-85AC-4638-BABF-948E4D23E72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B341EB4-3750-4966-86E3-9B28A7C23B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7571927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D39D6-C08D-4AF6-9B5B-08543BB8E855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BD809A-1BB1-44D9-99BE-D936AE724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3E8205B0-2BC6-4309-B940-E28FC450EE8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A18B7218-E9D8-43BF-80D9-19A7BB38833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C960F5B-4771-4E34-A814-B9F6736703F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307431C-923F-436F-837F-23ACF6D4AE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0032878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A802B2-1503-4E39-8487-FD1A66E05BEE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C4457-2C55-4ED7-883B-8C3EBC74A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E403303A-2A8D-48DA-BCDC-17C3619C3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1407DE3-BCD6-4EF3-A479-3E8C0804B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A5AED3A-DB7F-4B9C-8D66-7D46BDF3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02D15BF-5D4A-4192-B25D-8FB8B4B64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3190410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C8C18F-9B21-4ED1-A60B-E7C95FCA6FB9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F3574B67-D4AB-4C9E-9351-BFC1B2607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5F865BB-303C-4BA2-B915-2FBF6C83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5F41B70-59D5-4E5B-927B-72CD28FC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735FEED-8A06-47BC-AAC0-2631802D17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3616579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2F794A-9A47-4F05-93F4-51745A4F7B2A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5EC7E-7551-4F2F-9E64-E88D0D759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6A9E11B-5260-4B5A-BB06-ABEB9DF3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BA688D3-44A7-42B0-ADE6-DAA8F289F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6517381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20468A-FCA9-426D-B68F-A405D58352E1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92EBD-D283-42A0-8D24-76AE0C925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3A2F9A18-94E7-4D0E-A39C-970805F4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2136D0A0-F4D6-4259-8FBC-E84F0A94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ED688969-AABA-494D-AE15-BC35B8DC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7273F95-09C5-4E76-9D35-D711FFBA0D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8702858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E334B1-6797-4115-ADE5-293A6B5B5C39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678C97-03B7-430B-9100-1170C6CFACD7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DDCC6-93D7-4576-8771-AD27BEF27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FD17939D-F1FD-4E9B-AA16-B8E1BFFD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FB6A9A57-EE99-4895-8F76-6A7CE16A7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6EF2EF4-237F-406A-8C56-74D19C1A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8371394-6D19-49F9-AC1F-55DBE2997C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568983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30B767-28B7-4187-BB4A-CBA1B0F6B3CA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6911C-07E0-4186-8E41-77DC0F588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5DFEEE-E1A1-452B-8B86-42B6736ED5B8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4455351-C720-4AE9-B8A8-8854DA6104D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6D2D6A28-5351-4380-BE2B-C2294F1E028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BB5EC5C0-99E2-45E3-A95B-C8649F26359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EB8459C-EEAA-48A9-9AE1-87470206B8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8500097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7F835D-54F6-42B4-80A1-93F67CA33132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1A1A7-64BF-41DB-A206-D47D30890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6DFB1E-93E1-47C6-9411-8F98840DE4B8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A84587-E767-4E45-A7DA-A158CA2A87C0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583A34B1-5725-43AF-BFA0-5A403C453AC7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56589E02-31B0-4C7E-9B82-99D7CD6E0A3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4E43AAEE-1589-4168-9561-556EBD64025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879B420-DE09-4CF6-A4D5-E42E20C05E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9256153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48907E-7CE0-4E0D-8AC5-940EE0BDA458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4175C7-2791-4375-ABB5-B336C6C3D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056739A-C71B-4C7F-B3D8-ACBE99C79B1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1428C81-9302-4BDE-BF61-06CF942473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E13274E-6E18-4E2D-B5E8-BB2F2CD36D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14EE493-80B3-4DB9-BCF6-BBA2999FBA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0371212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C2B781-58C4-4779-A94B-3E3CFB94A212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F0172-C587-4F43-AA5D-AD6B5AD1E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7DE22DB-DA8E-4F4E-AFA1-61A18E643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3828663-6007-4051-A991-A303D5FD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E5795D5-C76D-4C93-854C-20A47F83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889F7D2-F24C-48F1-BDD7-3DFCA3FA68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2320041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1B72F0-539B-40FF-B2FD-82F09CF83ABD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080CE-8700-4EC8-9648-7CA8B1644DD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3FD2DB7-5EC9-47F1-A661-262043DCA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3B6728E-6765-46EC-AD55-D4284D305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09B123-87A8-4155-BE1F-239D26C0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0387A7D-1FCA-4651-89CA-6887DEEF3D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5733177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F2DA2C-8832-4768-AF94-F9FEE9778257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59B93D-6877-479A-8519-4A7B0810EDAA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9E71C9-A40A-4852-AFD4-DD5FA3A46A66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sz="18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B27753-F47C-40C7-B538-2AE66D4EF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16A934-BF6A-491A-BBF9-9E35D7D4CEE3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B0A450-EC03-4DA1-A7B1-180C624B83B3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67C7865-793A-44C8-8987-4E3FA16F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68E8347-734D-4B22-81F7-0E6B351D4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GB"/>
              <a:t>SSK3207 Chapter 1</a:t>
            </a:r>
          </a:p>
        </p:txBody>
      </p:sp>
    </p:spTree>
    <p:extLst>
      <p:ext uri="{BB962C8B-B14F-4D97-AF65-F5344CB8AC3E}">
        <p14:creationId xmlns:p14="http://schemas.microsoft.com/office/powerpoint/2010/main" val="369725988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7E4FAD-E3DD-4865-8EDC-91080EFB85FE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2BD7C-323E-4DF2-BF7E-920007963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8E7E49-75F7-40DF-8FE5-FC8184B81C9B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38500D9-1750-4CE9-AE7C-83A23DD24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DB6F1D-471C-4922-A00B-69AEE7F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64D8F28-67EA-4327-AB92-F038F33BA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8CBF5FB-5BD3-42AF-9723-28A216C97F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1775975"/>
      </p:ext>
    </p:extLst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F9915C-6E75-4D82-BE2C-FE22A8DBAADD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71060-2A8E-4DC3-9B53-8F370EC4D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F5BE85E-2BF6-4043-85F1-120993A22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1E741D9-2BD5-4B19-A37D-7ED27540B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7DB825-0304-4F39-B42D-A7FF4EC01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15101A0-1808-4F5A-9B6C-DD711BDCA1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7783804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2D258F-ABDB-471B-B469-59A702069B50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647295-1C7B-4076-9380-2B236C529585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63E06C-E0BB-4CE1-8E56-9EECB931761D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CDDC98-814B-4FA8-A0EA-17460255E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0ED61E8-E398-4C0F-BD85-25047C3BBFF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8B20121-3AF1-4B82-8366-40EA677550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9633962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257A78-5366-4DB9-8DF7-78B25AD9D395}"/>
              </a:ext>
            </a:extLst>
          </p:cNvPr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CDAB3-3CB0-4560-A82B-7727E322E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40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6A44A-048C-4B0A-80EC-FBB86AC96303}"/>
              </a:ext>
            </a:extLst>
          </p:cNvPr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5263E26-3695-413B-9410-9E4EE1CF1E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F518D0E-74DE-4F6B-AC7C-C17DD95F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CF6417-CCA6-4A6C-8E72-D9AB841E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CAEB7C7-FFE9-46EE-8700-1855F0D896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5405103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466E6F-9FB4-43BE-9F20-33B355AD82BF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2F8C9-5E57-43A5-B9A2-138B3B62BDDB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C90C45-818A-41D5-973F-05E4DE15D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AEFF8EB4-EE80-491E-B72F-CF23A00F4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F1283E2D-00FF-4EBF-BAE4-D5FD6879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08C1ED0-ECAC-4E2E-A550-E099CE6B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714D662E-4C13-4208-84A7-205B98B0BF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6681943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517044-61F1-49EF-8B58-85873D2E5EE0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C79E3-6CFE-4119-B1A0-32E8DE66E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2816B7BA-B434-40A0-8597-B4E6B13F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190146D5-FF92-4AD3-84E3-0F83A872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313D8700-F47E-4D01-ACE0-25FD8792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A529DCBE-38C2-47CF-830E-2301FF6387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9370962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68A6-5EE3-426F-A099-D509E3460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539207-E38E-4AF4-B5D8-A926CFC0D851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2C66D8D9-FAD5-4765-93DC-F09C06E06E5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DDE2A8CB-12F9-4B93-B41D-1490C390FE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EEEA6C4-0B30-43C9-936D-346B47A1A01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8701D26-0182-410E-9E17-2552369854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717421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29368D-F324-4EDA-B879-8D320643FFD2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A7241-D17A-4EA8-9C7F-8CD72CECB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7194AF69-A79F-486E-A80C-B14F2C8CAC8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C8F156C-265F-4BC0-B0ED-35801DD179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779990B-5515-425D-BB13-B9616BBCE55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047C0125-B987-4C3A-A368-F1D7C933DC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6091413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772BF7-3C82-4AF5-8787-0C06F2834F56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7069A4-002D-4B6B-BC75-7459D64AC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0EF05EDF-192B-4455-9CD5-62B7144FE6B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F96AB0F9-8E61-4BC6-AC6A-D42AF3A8A32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4BF93FFE-B7BF-4C0B-A3D0-95099711E73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7E6098A-9748-4492-860B-73B290194B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5254602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A2A954-093B-41BE-B1DC-FA16FC59C100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5EFE4-7E78-48F6-9C92-221493D9D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2BD3C14-EC36-498C-9876-180CFC3DF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AADEC36-2C5B-432E-A839-3C393F8A2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CF3191B-57C2-4315-99CE-FB24E981B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5CD1B83-AD5B-47CA-88F7-91E27D3385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9033211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46072C-6E0A-41A3-9F86-7EF4753A97A3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A1333334-4845-4107-8B29-EB24C5607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E221CB5-81F6-4D7F-A5E5-107E4A55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85AD3ED-8CD8-4F88-AC3A-07A74F5C7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C5A725C-C55E-45A5-A0C0-4B01D1423B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4715471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828A33-29ED-4BD1-8DE3-63384BE1466B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D7860F-26F9-4510-B3FF-8AEB86568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861CC29-E12B-4097-96CD-D13D1EF267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DB621B3-FF03-4991-8E60-C1806E97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26631302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04AE898-2CFC-4781-9091-F64B84E2F32E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2787A-0C10-407E-8012-376D889D6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F685B2B-842E-4B56-A2F4-0F04F1CC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AED370A-3A7A-420B-8FDA-99BFE55F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66971A8-9074-4702-944B-FFEA63E91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B9916BB-EACC-420F-88D1-58F5F8407D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0753843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5262F3-3A7D-4CE2-99D1-D21A56ABB79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80340F-DACA-4375-8270-3C9FCC0A7EF6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B457C-6E0F-499D-98F4-D0133CD58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506E3AB2-0084-4F02-930F-F1AF7F08F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4CACC67-AE3F-4A50-81CE-8CB760E88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33C1E44-9248-4EAC-B20D-BE006FF7A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128CBF6-C222-431D-8C6F-BF154E1374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732021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67BC05-C82E-4857-B230-22F79B6CC49C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AF3A8F-4CD0-426D-9358-B8BE465C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B3B43-5308-4BBF-8D84-767C89FBA727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E8D17B1F-5F3C-430F-82D0-ADA229F6B0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C7EEF26-986F-43AB-89E8-80C7DB22B85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2652BE7C-A3DD-424F-B030-770BE7F8572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70D007A4-FA0E-4307-858E-5D5F10DB78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956742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3BB2FB-A741-492E-A493-94646FA8EB08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3CECB-8D2E-462B-88E0-BF6B72E8D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5400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0B8164-5B5E-48F1-A0B6-BDAD5C757D16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D3A7F1-F017-498E-8CF3-8896D25FC90D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EFFAAC7-3978-4E87-8C75-349F6338316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DF07E55B-39CB-4284-A5B5-ACD10762BEF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20004B3-08E9-4B83-B96F-3B8A88517D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D3DF14D-89A9-4E1A-818B-AD06CC357F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7369183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8D55A3-FF5B-43D5-8287-B3C3EC2E1283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67E79-D34A-4380-9AD4-46A9170D2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sz="2400" b="1">
                <a:solidFill>
                  <a:srgbClr val="B870B8"/>
                </a:solidFill>
                <a:latin typeface="Times New Roman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710D50E6-2F25-4319-AA0A-0F0F4AA674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6421BA6D-1513-477A-AB11-DDBFE6CAC3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153DC3D-8335-4240-8A22-5945A9DF4F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0147DFE-C304-4311-BC2C-0CDD42FE29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8357013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8B309E-6BFE-4E22-9138-8BCA06B366F4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529EB-5F0E-4D81-B0C6-D6C6C09F6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E0F964F-1A66-4442-8E4E-C456C505F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F6EA65A-03C6-4810-9C88-AD40A399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DDA7176-242C-4A7A-BA21-28F2359F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F0C0B91-8B52-44C2-A9A9-A8F3753847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2266206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F3F7AA-59DD-4E08-B551-DDCA4631C412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E1157-B387-45AB-8F58-5C21BC38BC2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B870B8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E5D726A-AFED-4B7A-8186-E46E39251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3AD06B1-B4BA-451A-93A2-C8A2677F9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72C2BA9-4F24-4245-A884-916773D6B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B214FB5-5A2F-4AD4-A57B-33B9849267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571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4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71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74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8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91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90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5.xml"/><Relationship Id="rId22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4.xml"/><Relationship Id="rId18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94.xml"/><Relationship Id="rId21" Type="http://schemas.openxmlformats.org/officeDocument/2006/relationships/theme" Target="../theme/theme6.xml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17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3.xml"/><Relationship Id="rId16" Type="http://schemas.openxmlformats.org/officeDocument/2006/relationships/slideLayout" Target="../slideLayouts/slideLayout107.xml"/><Relationship Id="rId20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1.xml"/><Relationship Id="rId19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105.xml"/><Relationship Id="rId22" Type="http://schemas.openxmlformats.org/officeDocument/2006/relationships/image" Target="../media/image2.jpe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4.xml"/><Relationship Id="rId1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14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17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13.xml"/><Relationship Id="rId16" Type="http://schemas.openxmlformats.org/officeDocument/2006/relationships/slideLayout" Target="../slideLayouts/slideLayout127.xml"/><Relationship Id="rId2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21.xml"/><Relationship Id="rId19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125.xml"/><Relationship Id="rId22" Type="http://schemas.openxmlformats.org/officeDocument/2006/relationships/image" Target="../media/image2.jpe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9.xml"/><Relationship Id="rId13" Type="http://schemas.openxmlformats.org/officeDocument/2006/relationships/slideLayout" Target="../slideLayouts/slideLayout144.xml"/><Relationship Id="rId18" Type="http://schemas.openxmlformats.org/officeDocument/2006/relationships/slideLayout" Target="../slideLayouts/slideLayout149.xml"/><Relationship Id="rId3" Type="http://schemas.openxmlformats.org/officeDocument/2006/relationships/slideLayout" Target="../slideLayouts/slideLayout134.xml"/><Relationship Id="rId21" Type="http://schemas.openxmlformats.org/officeDocument/2006/relationships/theme" Target="../theme/theme8.xml"/><Relationship Id="rId7" Type="http://schemas.openxmlformats.org/officeDocument/2006/relationships/slideLayout" Target="../slideLayouts/slideLayout138.xml"/><Relationship Id="rId12" Type="http://schemas.openxmlformats.org/officeDocument/2006/relationships/slideLayout" Target="../slideLayouts/slideLayout143.xml"/><Relationship Id="rId17" Type="http://schemas.openxmlformats.org/officeDocument/2006/relationships/slideLayout" Target="../slideLayouts/slideLayout148.xml"/><Relationship Id="rId2" Type="http://schemas.openxmlformats.org/officeDocument/2006/relationships/slideLayout" Target="../slideLayouts/slideLayout133.xml"/><Relationship Id="rId16" Type="http://schemas.openxmlformats.org/officeDocument/2006/relationships/slideLayout" Target="../slideLayouts/slideLayout147.xml"/><Relationship Id="rId20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7.xml"/><Relationship Id="rId11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36.xml"/><Relationship Id="rId15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1.xml"/><Relationship Id="rId19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35.xml"/><Relationship Id="rId9" Type="http://schemas.openxmlformats.org/officeDocument/2006/relationships/slideLayout" Target="../slideLayouts/slideLayout140.xml"/><Relationship Id="rId14" Type="http://schemas.openxmlformats.org/officeDocument/2006/relationships/slideLayout" Target="../slideLayouts/slideLayout145.xml"/><Relationship Id="rId22" Type="http://schemas.openxmlformats.org/officeDocument/2006/relationships/image" Target="../media/image2.jpe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9.xml"/><Relationship Id="rId13" Type="http://schemas.openxmlformats.org/officeDocument/2006/relationships/slideLayout" Target="../slideLayouts/slideLayout164.xml"/><Relationship Id="rId18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54.xml"/><Relationship Id="rId21" Type="http://schemas.openxmlformats.org/officeDocument/2006/relationships/theme" Target="../theme/theme9.xml"/><Relationship Id="rId7" Type="http://schemas.openxmlformats.org/officeDocument/2006/relationships/slideLayout" Target="../slideLayouts/slideLayout158.xml"/><Relationship Id="rId12" Type="http://schemas.openxmlformats.org/officeDocument/2006/relationships/slideLayout" Target="../slideLayouts/slideLayout163.xml"/><Relationship Id="rId17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53.xml"/><Relationship Id="rId16" Type="http://schemas.openxmlformats.org/officeDocument/2006/relationships/slideLayout" Target="../slideLayouts/slideLayout167.xml"/><Relationship Id="rId20" Type="http://schemas.openxmlformats.org/officeDocument/2006/relationships/slideLayout" Target="../slideLayouts/slideLayout171.xml"/><Relationship Id="rId1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7.xml"/><Relationship Id="rId11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61.xml"/><Relationship Id="rId19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60.xml"/><Relationship Id="rId14" Type="http://schemas.openxmlformats.org/officeDocument/2006/relationships/slideLayout" Target="../slideLayouts/slideLayout165.xml"/><Relationship Id="rId22" Type="http://schemas.openxmlformats.org/officeDocument/2006/relationships/image" Target="../media/image2.jpe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4.xml"/><Relationship Id="rId18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174.xml"/><Relationship Id="rId21" Type="http://schemas.openxmlformats.org/officeDocument/2006/relationships/theme" Target="../theme/theme10.xml"/><Relationship Id="rId7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83.xml"/><Relationship Id="rId17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73.xml"/><Relationship Id="rId16" Type="http://schemas.openxmlformats.org/officeDocument/2006/relationships/slideLayout" Target="../slideLayouts/slideLayout187.xml"/><Relationship Id="rId20" Type="http://schemas.openxmlformats.org/officeDocument/2006/relationships/slideLayout" Target="../slideLayouts/slideLayout191.xml"/><Relationship Id="rId1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86.xml"/><Relationship Id="rId10" Type="http://schemas.openxmlformats.org/officeDocument/2006/relationships/slideLayout" Target="../slideLayouts/slideLayout181.xml"/><Relationship Id="rId19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80.xml"/><Relationship Id="rId14" Type="http://schemas.openxmlformats.org/officeDocument/2006/relationships/slideLayout" Target="../slideLayouts/slideLayout185.xml"/><Relationship Id="rId22" Type="http://schemas.openxmlformats.org/officeDocument/2006/relationships/image" Target="../media/image2.jpe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9.xml"/><Relationship Id="rId13" Type="http://schemas.openxmlformats.org/officeDocument/2006/relationships/slideLayout" Target="../slideLayouts/slideLayout204.xml"/><Relationship Id="rId18" Type="http://schemas.openxmlformats.org/officeDocument/2006/relationships/slideLayout" Target="../slideLayouts/slideLayout209.xml"/><Relationship Id="rId3" Type="http://schemas.openxmlformats.org/officeDocument/2006/relationships/slideLayout" Target="../slideLayouts/slideLayout194.xml"/><Relationship Id="rId21" Type="http://schemas.openxmlformats.org/officeDocument/2006/relationships/theme" Target="../theme/theme11.xml"/><Relationship Id="rId7" Type="http://schemas.openxmlformats.org/officeDocument/2006/relationships/slideLayout" Target="../slideLayouts/slideLayout198.xml"/><Relationship Id="rId12" Type="http://schemas.openxmlformats.org/officeDocument/2006/relationships/slideLayout" Target="../slideLayouts/slideLayout203.xml"/><Relationship Id="rId17" Type="http://schemas.openxmlformats.org/officeDocument/2006/relationships/slideLayout" Target="../slideLayouts/slideLayout208.xml"/><Relationship Id="rId2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207.xml"/><Relationship Id="rId20" Type="http://schemas.openxmlformats.org/officeDocument/2006/relationships/slideLayout" Target="../slideLayouts/slideLayout211.xml"/><Relationship Id="rId1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7.xml"/><Relationship Id="rId11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196.xml"/><Relationship Id="rId15" Type="http://schemas.openxmlformats.org/officeDocument/2006/relationships/slideLayout" Target="../slideLayouts/slideLayout206.xml"/><Relationship Id="rId10" Type="http://schemas.openxmlformats.org/officeDocument/2006/relationships/slideLayout" Target="../slideLayouts/slideLayout201.xml"/><Relationship Id="rId19" Type="http://schemas.openxmlformats.org/officeDocument/2006/relationships/slideLayout" Target="../slideLayouts/slideLayout210.xml"/><Relationship Id="rId4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200.xml"/><Relationship Id="rId14" Type="http://schemas.openxmlformats.org/officeDocument/2006/relationships/slideLayout" Target="../slideLayouts/slideLayout205.xml"/><Relationship Id="rId22" Type="http://schemas.openxmlformats.org/officeDocument/2006/relationships/image" Target="../media/image2.jpe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9.xml"/><Relationship Id="rId13" Type="http://schemas.openxmlformats.org/officeDocument/2006/relationships/slideLayout" Target="../slideLayouts/slideLayout224.xml"/><Relationship Id="rId18" Type="http://schemas.openxmlformats.org/officeDocument/2006/relationships/slideLayout" Target="../slideLayouts/slideLayout229.xml"/><Relationship Id="rId3" Type="http://schemas.openxmlformats.org/officeDocument/2006/relationships/slideLayout" Target="../slideLayouts/slideLayout214.xml"/><Relationship Id="rId21" Type="http://schemas.openxmlformats.org/officeDocument/2006/relationships/theme" Target="../theme/theme12.xml"/><Relationship Id="rId7" Type="http://schemas.openxmlformats.org/officeDocument/2006/relationships/slideLayout" Target="../slideLayouts/slideLayout218.xml"/><Relationship Id="rId12" Type="http://schemas.openxmlformats.org/officeDocument/2006/relationships/slideLayout" Target="../slideLayouts/slideLayout223.xml"/><Relationship Id="rId17" Type="http://schemas.openxmlformats.org/officeDocument/2006/relationships/slideLayout" Target="../slideLayouts/slideLayout228.xml"/><Relationship Id="rId2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27.xml"/><Relationship Id="rId20" Type="http://schemas.openxmlformats.org/officeDocument/2006/relationships/slideLayout" Target="../slideLayouts/slideLayout231.xml"/><Relationship Id="rId1" Type="http://schemas.openxmlformats.org/officeDocument/2006/relationships/slideLayout" Target="../slideLayouts/slideLayout212.xml"/><Relationship Id="rId6" Type="http://schemas.openxmlformats.org/officeDocument/2006/relationships/slideLayout" Target="../slideLayouts/slideLayout217.xml"/><Relationship Id="rId11" Type="http://schemas.openxmlformats.org/officeDocument/2006/relationships/slideLayout" Target="../slideLayouts/slideLayout222.xml"/><Relationship Id="rId5" Type="http://schemas.openxmlformats.org/officeDocument/2006/relationships/slideLayout" Target="../slideLayouts/slideLayout216.xml"/><Relationship Id="rId15" Type="http://schemas.openxmlformats.org/officeDocument/2006/relationships/slideLayout" Target="../slideLayouts/slideLayout226.xml"/><Relationship Id="rId10" Type="http://schemas.openxmlformats.org/officeDocument/2006/relationships/slideLayout" Target="../slideLayouts/slideLayout221.xml"/><Relationship Id="rId19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15.xml"/><Relationship Id="rId9" Type="http://schemas.openxmlformats.org/officeDocument/2006/relationships/slideLayout" Target="../slideLayouts/slideLayout220.xml"/><Relationship Id="rId14" Type="http://schemas.openxmlformats.org/officeDocument/2006/relationships/slideLayout" Target="../slideLayouts/slideLayout225.xml"/><Relationship Id="rId22" Type="http://schemas.openxmlformats.org/officeDocument/2006/relationships/image" Target="../media/image2.jpe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9.xml"/><Relationship Id="rId13" Type="http://schemas.openxmlformats.org/officeDocument/2006/relationships/slideLayout" Target="../slideLayouts/slideLayout244.xml"/><Relationship Id="rId18" Type="http://schemas.openxmlformats.org/officeDocument/2006/relationships/slideLayout" Target="../slideLayouts/slideLayout249.xml"/><Relationship Id="rId3" Type="http://schemas.openxmlformats.org/officeDocument/2006/relationships/slideLayout" Target="../slideLayouts/slideLayout234.xml"/><Relationship Id="rId21" Type="http://schemas.openxmlformats.org/officeDocument/2006/relationships/theme" Target="../theme/theme13.xml"/><Relationship Id="rId7" Type="http://schemas.openxmlformats.org/officeDocument/2006/relationships/slideLayout" Target="../slideLayouts/slideLayout238.xml"/><Relationship Id="rId12" Type="http://schemas.openxmlformats.org/officeDocument/2006/relationships/slideLayout" Target="../slideLayouts/slideLayout243.xml"/><Relationship Id="rId17" Type="http://schemas.openxmlformats.org/officeDocument/2006/relationships/slideLayout" Target="../slideLayouts/slideLayout248.xml"/><Relationship Id="rId2" Type="http://schemas.openxmlformats.org/officeDocument/2006/relationships/slideLayout" Target="../slideLayouts/slideLayout233.xml"/><Relationship Id="rId16" Type="http://schemas.openxmlformats.org/officeDocument/2006/relationships/slideLayout" Target="../slideLayouts/slideLayout247.xml"/><Relationship Id="rId20" Type="http://schemas.openxmlformats.org/officeDocument/2006/relationships/slideLayout" Target="../slideLayouts/slideLayout251.xml"/><Relationship Id="rId1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7.xml"/><Relationship Id="rId11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46.xml"/><Relationship Id="rId10" Type="http://schemas.openxmlformats.org/officeDocument/2006/relationships/slideLayout" Target="../slideLayouts/slideLayout241.xml"/><Relationship Id="rId19" Type="http://schemas.openxmlformats.org/officeDocument/2006/relationships/slideLayout" Target="../slideLayouts/slideLayout250.xml"/><Relationship Id="rId4" Type="http://schemas.openxmlformats.org/officeDocument/2006/relationships/slideLayout" Target="../slideLayouts/slideLayout235.xml"/><Relationship Id="rId9" Type="http://schemas.openxmlformats.org/officeDocument/2006/relationships/slideLayout" Target="../slideLayouts/slideLayout240.xml"/><Relationship Id="rId14" Type="http://schemas.openxmlformats.org/officeDocument/2006/relationships/slideLayout" Target="../slideLayouts/slideLayout245.xml"/><Relationship Id="rId22" Type="http://schemas.openxmlformats.org/officeDocument/2006/relationships/image" Target="../media/image2.jpe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9.xml"/><Relationship Id="rId13" Type="http://schemas.openxmlformats.org/officeDocument/2006/relationships/slideLayout" Target="../slideLayouts/slideLayout264.xml"/><Relationship Id="rId18" Type="http://schemas.openxmlformats.org/officeDocument/2006/relationships/slideLayout" Target="../slideLayouts/slideLayout269.xml"/><Relationship Id="rId3" Type="http://schemas.openxmlformats.org/officeDocument/2006/relationships/slideLayout" Target="../slideLayouts/slideLayout254.xml"/><Relationship Id="rId21" Type="http://schemas.openxmlformats.org/officeDocument/2006/relationships/theme" Target="../theme/theme14.xml"/><Relationship Id="rId7" Type="http://schemas.openxmlformats.org/officeDocument/2006/relationships/slideLayout" Target="../slideLayouts/slideLayout258.xml"/><Relationship Id="rId12" Type="http://schemas.openxmlformats.org/officeDocument/2006/relationships/slideLayout" Target="../slideLayouts/slideLayout263.xml"/><Relationship Id="rId17" Type="http://schemas.openxmlformats.org/officeDocument/2006/relationships/slideLayout" Target="../slideLayouts/slideLayout268.xml"/><Relationship Id="rId2" Type="http://schemas.openxmlformats.org/officeDocument/2006/relationships/slideLayout" Target="../slideLayouts/slideLayout253.xml"/><Relationship Id="rId16" Type="http://schemas.openxmlformats.org/officeDocument/2006/relationships/slideLayout" Target="../slideLayouts/slideLayout267.xml"/><Relationship Id="rId20" Type="http://schemas.openxmlformats.org/officeDocument/2006/relationships/slideLayout" Target="../slideLayouts/slideLayout271.xml"/><Relationship Id="rId1" Type="http://schemas.openxmlformats.org/officeDocument/2006/relationships/slideLayout" Target="../slideLayouts/slideLayout252.xml"/><Relationship Id="rId6" Type="http://schemas.openxmlformats.org/officeDocument/2006/relationships/slideLayout" Target="../slideLayouts/slideLayout257.xml"/><Relationship Id="rId11" Type="http://schemas.openxmlformats.org/officeDocument/2006/relationships/slideLayout" Target="../slideLayouts/slideLayout262.xml"/><Relationship Id="rId5" Type="http://schemas.openxmlformats.org/officeDocument/2006/relationships/slideLayout" Target="../slideLayouts/slideLayout256.xml"/><Relationship Id="rId15" Type="http://schemas.openxmlformats.org/officeDocument/2006/relationships/slideLayout" Target="../slideLayouts/slideLayout266.xml"/><Relationship Id="rId10" Type="http://schemas.openxmlformats.org/officeDocument/2006/relationships/slideLayout" Target="../slideLayouts/slideLayout261.xml"/><Relationship Id="rId19" Type="http://schemas.openxmlformats.org/officeDocument/2006/relationships/slideLayout" Target="../slideLayouts/slideLayout270.xml"/><Relationship Id="rId4" Type="http://schemas.openxmlformats.org/officeDocument/2006/relationships/slideLayout" Target="../slideLayouts/slideLayout255.xml"/><Relationship Id="rId9" Type="http://schemas.openxmlformats.org/officeDocument/2006/relationships/slideLayout" Target="../slideLayouts/slideLayout260.xml"/><Relationship Id="rId14" Type="http://schemas.openxmlformats.org/officeDocument/2006/relationships/slideLayout" Target="../slideLayouts/slideLayout265.xml"/><Relationship Id="rId22" Type="http://schemas.openxmlformats.org/officeDocument/2006/relationships/image" Target="../media/image2.jpe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9.xml"/><Relationship Id="rId13" Type="http://schemas.openxmlformats.org/officeDocument/2006/relationships/slideLayout" Target="../slideLayouts/slideLayout284.xml"/><Relationship Id="rId18" Type="http://schemas.openxmlformats.org/officeDocument/2006/relationships/slideLayout" Target="../slideLayouts/slideLayout289.xml"/><Relationship Id="rId3" Type="http://schemas.openxmlformats.org/officeDocument/2006/relationships/slideLayout" Target="../slideLayouts/slideLayout274.xml"/><Relationship Id="rId21" Type="http://schemas.openxmlformats.org/officeDocument/2006/relationships/theme" Target="../theme/theme15.xml"/><Relationship Id="rId7" Type="http://schemas.openxmlformats.org/officeDocument/2006/relationships/slideLayout" Target="../slideLayouts/slideLayout278.xml"/><Relationship Id="rId12" Type="http://schemas.openxmlformats.org/officeDocument/2006/relationships/slideLayout" Target="../slideLayouts/slideLayout283.xml"/><Relationship Id="rId17" Type="http://schemas.openxmlformats.org/officeDocument/2006/relationships/slideLayout" Target="../slideLayouts/slideLayout288.xml"/><Relationship Id="rId2" Type="http://schemas.openxmlformats.org/officeDocument/2006/relationships/slideLayout" Target="../slideLayouts/slideLayout273.xml"/><Relationship Id="rId16" Type="http://schemas.openxmlformats.org/officeDocument/2006/relationships/slideLayout" Target="../slideLayouts/slideLayout287.xml"/><Relationship Id="rId20" Type="http://schemas.openxmlformats.org/officeDocument/2006/relationships/slideLayout" Target="../slideLayouts/slideLayout291.xml"/><Relationship Id="rId1" Type="http://schemas.openxmlformats.org/officeDocument/2006/relationships/slideLayout" Target="../slideLayouts/slideLayout272.xml"/><Relationship Id="rId6" Type="http://schemas.openxmlformats.org/officeDocument/2006/relationships/slideLayout" Target="../slideLayouts/slideLayout277.xml"/><Relationship Id="rId11" Type="http://schemas.openxmlformats.org/officeDocument/2006/relationships/slideLayout" Target="../slideLayouts/slideLayout282.xml"/><Relationship Id="rId5" Type="http://schemas.openxmlformats.org/officeDocument/2006/relationships/slideLayout" Target="../slideLayouts/slideLayout276.xml"/><Relationship Id="rId15" Type="http://schemas.openxmlformats.org/officeDocument/2006/relationships/slideLayout" Target="../slideLayouts/slideLayout286.xml"/><Relationship Id="rId10" Type="http://schemas.openxmlformats.org/officeDocument/2006/relationships/slideLayout" Target="../slideLayouts/slideLayout281.xml"/><Relationship Id="rId19" Type="http://schemas.openxmlformats.org/officeDocument/2006/relationships/slideLayout" Target="../slideLayouts/slideLayout290.xml"/><Relationship Id="rId4" Type="http://schemas.openxmlformats.org/officeDocument/2006/relationships/slideLayout" Target="../slideLayouts/slideLayout275.xml"/><Relationship Id="rId9" Type="http://schemas.openxmlformats.org/officeDocument/2006/relationships/slideLayout" Target="../slideLayouts/slideLayout280.xml"/><Relationship Id="rId14" Type="http://schemas.openxmlformats.org/officeDocument/2006/relationships/slideLayout" Target="../slideLayouts/slideLayout285.xml"/><Relationship Id="rId22" Type="http://schemas.openxmlformats.org/officeDocument/2006/relationships/image" Target="../media/image2.jpe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9.xml"/><Relationship Id="rId13" Type="http://schemas.openxmlformats.org/officeDocument/2006/relationships/slideLayout" Target="../slideLayouts/slideLayout304.xml"/><Relationship Id="rId18" Type="http://schemas.openxmlformats.org/officeDocument/2006/relationships/slideLayout" Target="../slideLayouts/slideLayout309.xml"/><Relationship Id="rId3" Type="http://schemas.openxmlformats.org/officeDocument/2006/relationships/slideLayout" Target="../slideLayouts/slideLayout294.xml"/><Relationship Id="rId21" Type="http://schemas.openxmlformats.org/officeDocument/2006/relationships/theme" Target="../theme/theme16.xml"/><Relationship Id="rId7" Type="http://schemas.openxmlformats.org/officeDocument/2006/relationships/slideLayout" Target="../slideLayouts/slideLayout298.xml"/><Relationship Id="rId12" Type="http://schemas.openxmlformats.org/officeDocument/2006/relationships/slideLayout" Target="../slideLayouts/slideLayout303.xml"/><Relationship Id="rId17" Type="http://schemas.openxmlformats.org/officeDocument/2006/relationships/slideLayout" Target="../slideLayouts/slideLayout308.xml"/><Relationship Id="rId2" Type="http://schemas.openxmlformats.org/officeDocument/2006/relationships/slideLayout" Target="../slideLayouts/slideLayout293.xml"/><Relationship Id="rId16" Type="http://schemas.openxmlformats.org/officeDocument/2006/relationships/slideLayout" Target="../slideLayouts/slideLayout307.xml"/><Relationship Id="rId20" Type="http://schemas.openxmlformats.org/officeDocument/2006/relationships/slideLayout" Target="../slideLayouts/slideLayout311.xml"/><Relationship Id="rId1" Type="http://schemas.openxmlformats.org/officeDocument/2006/relationships/slideLayout" Target="../slideLayouts/slideLayout292.xml"/><Relationship Id="rId6" Type="http://schemas.openxmlformats.org/officeDocument/2006/relationships/slideLayout" Target="../slideLayouts/slideLayout297.xml"/><Relationship Id="rId11" Type="http://schemas.openxmlformats.org/officeDocument/2006/relationships/slideLayout" Target="../slideLayouts/slideLayout302.xml"/><Relationship Id="rId5" Type="http://schemas.openxmlformats.org/officeDocument/2006/relationships/slideLayout" Target="../slideLayouts/slideLayout296.xml"/><Relationship Id="rId15" Type="http://schemas.openxmlformats.org/officeDocument/2006/relationships/slideLayout" Target="../slideLayouts/slideLayout306.xml"/><Relationship Id="rId10" Type="http://schemas.openxmlformats.org/officeDocument/2006/relationships/slideLayout" Target="../slideLayouts/slideLayout301.xml"/><Relationship Id="rId19" Type="http://schemas.openxmlformats.org/officeDocument/2006/relationships/slideLayout" Target="../slideLayouts/slideLayout310.xml"/><Relationship Id="rId4" Type="http://schemas.openxmlformats.org/officeDocument/2006/relationships/slideLayout" Target="../slideLayouts/slideLayout295.xml"/><Relationship Id="rId9" Type="http://schemas.openxmlformats.org/officeDocument/2006/relationships/slideLayout" Target="../slideLayouts/slideLayout300.xml"/><Relationship Id="rId14" Type="http://schemas.openxmlformats.org/officeDocument/2006/relationships/slideLayout" Target="../slideLayouts/slideLayout305.xml"/><Relationship Id="rId22" Type="http://schemas.openxmlformats.org/officeDocument/2006/relationships/image" Target="../media/image2.jpe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9.xml"/><Relationship Id="rId13" Type="http://schemas.openxmlformats.org/officeDocument/2006/relationships/slideLayout" Target="../slideLayouts/slideLayout324.xml"/><Relationship Id="rId18" Type="http://schemas.openxmlformats.org/officeDocument/2006/relationships/slideLayout" Target="../slideLayouts/slideLayout329.xml"/><Relationship Id="rId3" Type="http://schemas.openxmlformats.org/officeDocument/2006/relationships/slideLayout" Target="../slideLayouts/slideLayout314.xml"/><Relationship Id="rId21" Type="http://schemas.openxmlformats.org/officeDocument/2006/relationships/theme" Target="../theme/theme17.xml"/><Relationship Id="rId7" Type="http://schemas.openxmlformats.org/officeDocument/2006/relationships/slideLayout" Target="../slideLayouts/slideLayout318.xml"/><Relationship Id="rId12" Type="http://schemas.openxmlformats.org/officeDocument/2006/relationships/slideLayout" Target="../slideLayouts/slideLayout323.xml"/><Relationship Id="rId17" Type="http://schemas.openxmlformats.org/officeDocument/2006/relationships/slideLayout" Target="../slideLayouts/slideLayout328.xml"/><Relationship Id="rId2" Type="http://schemas.openxmlformats.org/officeDocument/2006/relationships/slideLayout" Target="../slideLayouts/slideLayout313.xml"/><Relationship Id="rId16" Type="http://schemas.openxmlformats.org/officeDocument/2006/relationships/slideLayout" Target="../slideLayouts/slideLayout327.xml"/><Relationship Id="rId20" Type="http://schemas.openxmlformats.org/officeDocument/2006/relationships/slideLayout" Target="../slideLayouts/slideLayout331.xml"/><Relationship Id="rId1" Type="http://schemas.openxmlformats.org/officeDocument/2006/relationships/slideLayout" Target="../slideLayouts/slideLayout312.xml"/><Relationship Id="rId6" Type="http://schemas.openxmlformats.org/officeDocument/2006/relationships/slideLayout" Target="../slideLayouts/slideLayout317.xml"/><Relationship Id="rId11" Type="http://schemas.openxmlformats.org/officeDocument/2006/relationships/slideLayout" Target="../slideLayouts/slideLayout322.xml"/><Relationship Id="rId5" Type="http://schemas.openxmlformats.org/officeDocument/2006/relationships/slideLayout" Target="../slideLayouts/slideLayout316.xml"/><Relationship Id="rId15" Type="http://schemas.openxmlformats.org/officeDocument/2006/relationships/slideLayout" Target="../slideLayouts/slideLayout326.xml"/><Relationship Id="rId10" Type="http://schemas.openxmlformats.org/officeDocument/2006/relationships/slideLayout" Target="../slideLayouts/slideLayout321.xml"/><Relationship Id="rId19" Type="http://schemas.openxmlformats.org/officeDocument/2006/relationships/slideLayout" Target="../slideLayouts/slideLayout330.xml"/><Relationship Id="rId4" Type="http://schemas.openxmlformats.org/officeDocument/2006/relationships/slideLayout" Target="../slideLayouts/slideLayout315.xml"/><Relationship Id="rId9" Type="http://schemas.openxmlformats.org/officeDocument/2006/relationships/slideLayout" Target="../slideLayouts/slideLayout320.xml"/><Relationship Id="rId14" Type="http://schemas.openxmlformats.org/officeDocument/2006/relationships/slideLayout" Target="../slideLayouts/slideLayout325.xml"/><Relationship Id="rId22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>
            <a:extLst>
              <a:ext uri="{FF2B5EF4-FFF2-40B4-BE49-F238E27FC236}">
                <a16:creationId xmlns:a16="http://schemas.microsoft.com/office/drawing/2014/main" id="{39825C03-2D57-45FD-B492-F2AFE28ABAD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2">
            <a:extLst>
              <a:ext uri="{FF2B5EF4-FFF2-40B4-BE49-F238E27FC236}">
                <a16:creationId xmlns:a16="http://schemas.microsoft.com/office/drawing/2014/main" id="{BB9CC0AE-4ADC-464A-99F9-3766C2EE4B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5AB1053F-1CE7-4921-B859-00073E656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67F29-8DDB-4887-BDA5-69D39F47E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SSK3207 Chapter 1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0EAE5BA-AB49-4E9C-AEC9-2FD89F87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F522FB7-255E-4E82-8C04-0CEAE92FC1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Straight Connector 27">
            <a:extLst>
              <a:ext uri="{FF2B5EF4-FFF2-40B4-BE49-F238E27FC236}">
                <a16:creationId xmlns:a16="http://schemas.microsoft.com/office/drawing/2014/main" id="{AEEB3620-6A46-4086-A432-E2BFD0615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Straight Connector 28">
            <a:extLst>
              <a:ext uri="{FF2B5EF4-FFF2-40B4-BE49-F238E27FC236}">
                <a16:creationId xmlns:a16="http://schemas.microsoft.com/office/drawing/2014/main" id="{F1C50E20-C7EE-4466-85CF-D253148E2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DA2E102B-9082-40B6-9D5C-715601B8E621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65" r:id="rId1"/>
    <p:sldLayoutId id="2147487261" r:id="rId2"/>
    <p:sldLayoutId id="2147487266" r:id="rId3"/>
    <p:sldLayoutId id="2147487262" r:id="rId4"/>
    <p:sldLayoutId id="2147487263" r:id="rId5"/>
    <p:sldLayoutId id="2147487267" r:id="rId6"/>
    <p:sldLayoutId id="2147487268" r:id="rId7"/>
    <p:sldLayoutId id="2147487269" r:id="rId8"/>
    <p:sldLayoutId id="2147487270" r:id="rId9"/>
    <p:sldLayoutId id="2147487264" r:id="rId10"/>
    <p:sldLayoutId id="21474872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">
            <a:extLst>
              <a:ext uri="{FF2B5EF4-FFF2-40B4-BE49-F238E27FC236}">
                <a16:creationId xmlns:a16="http://schemas.microsoft.com/office/drawing/2014/main" id="{A65992CD-C901-474F-A332-70E5C3BAF64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3315" name="Text Placeholder 2">
            <a:extLst>
              <a:ext uri="{FF2B5EF4-FFF2-40B4-BE49-F238E27FC236}">
                <a16:creationId xmlns:a16="http://schemas.microsoft.com/office/drawing/2014/main" id="{1C76E93A-069E-4577-94AF-5C628ED40D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EA143-B529-4E7C-946A-3F21D7C9A4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D3342-445A-4C8F-A572-83EB68D83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26DAC-0B4C-40B2-8E6C-9AA1B0D84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C450964-3A4A-4626-96D1-DBA9E36642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72" r:id="rId1"/>
    <p:sldLayoutId id="2147487273" r:id="rId2"/>
    <p:sldLayoutId id="2147487274" r:id="rId3"/>
    <p:sldLayoutId id="2147487275" r:id="rId4"/>
    <p:sldLayoutId id="2147487276" r:id="rId5"/>
    <p:sldLayoutId id="2147487277" r:id="rId6"/>
    <p:sldLayoutId id="2147487278" r:id="rId7"/>
    <p:sldLayoutId id="2147487279" r:id="rId8"/>
    <p:sldLayoutId id="2147487280" r:id="rId9"/>
    <p:sldLayoutId id="2147487281" r:id="rId10"/>
    <p:sldLayoutId id="2147487282" r:id="rId11"/>
    <p:sldLayoutId id="2147487283" r:id="rId12"/>
    <p:sldLayoutId id="2147487284" r:id="rId13"/>
    <p:sldLayoutId id="2147487285" r:id="rId14"/>
    <p:sldLayoutId id="2147487286" r:id="rId15"/>
    <p:sldLayoutId id="2147487287" r:id="rId16"/>
    <p:sldLayoutId id="2147487288" r:id="rId17"/>
    <p:sldLayoutId id="2147487289" r:id="rId18"/>
    <p:sldLayoutId id="2147487290" r:id="rId19"/>
    <p:sldLayoutId id="214748729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Placeholder 1">
            <a:extLst>
              <a:ext uri="{FF2B5EF4-FFF2-40B4-BE49-F238E27FC236}">
                <a16:creationId xmlns:a16="http://schemas.microsoft.com/office/drawing/2014/main" id="{05BCF335-0B19-4E5F-AFC5-9AF98C97436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4819" name="Text Placeholder 2">
            <a:extLst>
              <a:ext uri="{FF2B5EF4-FFF2-40B4-BE49-F238E27FC236}">
                <a16:creationId xmlns:a16="http://schemas.microsoft.com/office/drawing/2014/main" id="{08E218EC-1F7A-4191-A141-CF87104C8E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88D38-F7B3-4745-8FFE-C47C279AE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83D5E-4418-462D-82C3-8160E4513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ADC77-4722-4A0D-9FE4-AE379B624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61C6E1B-F047-402C-B2AC-52E72B7D07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92" r:id="rId1"/>
    <p:sldLayoutId id="2147487293" r:id="rId2"/>
    <p:sldLayoutId id="2147487294" r:id="rId3"/>
    <p:sldLayoutId id="2147487295" r:id="rId4"/>
    <p:sldLayoutId id="2147487296" r:id="rId5"/>
    <p:sldLayoutId id="2147487297" r:id="rId6"/>
    <p:sldLayoutId id="2147487298" r:id="rId7"/>
    <p:sldLayoutId id="2147487299" r:id="rId8"/>
    <p:sldLayoutId id="2147487300" r:id="rId9"/>
    <p:sldLayoutId id="2147487301" r:id="rId10"/>
    <p:sldLayoutId id="2147487302" r:id="rId11"/>
    <p:sldLayoutId id="2147487303" r:id="rId12"/>
    <p:sldLayoutId id="2147487304" r:id="rId13"/>
    <p:sldLayoutId id="2147487305" r:id="rId14"/>
    <p:sldLayoutId id="2147487306" r:id="rId15"/>
    <p:sldLayoutId id="2147487307" r:id="rId16"/>
    <p:sldLayoutId id="2147487308" r:id="rId17"/>
    <p:sldLayoutId id="2147487309" r:id="rId18"/>
    <p:sldLayoutId id="2147487310" r:id="rId19"/>
    <p:sldLayoutId id="214748731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Placeholder 1">
            <a:extLst>
              <a:ext uri="{FF2B5EF4-FFF2-40B4-BE49-F238E27FC236}">
                <a16:creationId xmlns:a16="http://schemas.microsoft.com/office/drawing/2014/main" id="{3572FD1B-607C-47B0-874E-C62D6D09E01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6323" name="Text Placeholder 2">
            <a:extLst>
              <a:ext uri="{FF2B5EF4-FFF2-40B4-BE49-F238E27FC236}">
                <a16:creationId xmlns:a16="http://schemas.microsoft.com/office/drawing/2014/main" id="{DB4C3E67-11A4-4207-8197-39F72F8EF1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4008A-F06F-4E47-AE77-C83C214B5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630A8-A214-4772-86DC-97A83AD0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DEA42-E555-4993-9CF3-2157B7F0D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1582072-5BB1-4A47-B3F5-17B68F4100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312" r:id="rId1"/>
    <p:sldLayoutId id="2147487313" r:id="rId2"/>
    <p:sldLayoutId id="2147487314" r:id="rId3"/>
    <p:sldLayoutId id="2147487315" r:id="rId4"/>
    <p:sldLayoutId id="2147487316" r:id="rId5"/>
    <p:sldLayoutId id="2147487317" r:id="rId6"/>
    <p:sldLayoutId id="2147487318" r:id="rId7"/>
    <p:sldLayoutId id="2147487319" r:id="rId8"/>
    <p:sldLayoutId id="2147487320" r:id="rId9"/>
    <p:sldLayoutId id="2147487321" r:id="rId10"/>
    <p:sldLayoutId id="2147487322" r:id="rId11"/>
    <p:sldLayoutId id="2147487323" r:id="rId12"/>
    <p:sldLayoutId id="2147487324" r:id="rId13"/>
    <p:sldLayoutId id="2147487325" r:id="rId14"/>
    <p:sldLayoutId id="2147487326" r:id="rId15"/>
    <p:sldLayoutId id="2147487327" r:id="rId16"/>
    <p:sldLayoutId id="2147487328" r:id="rId17"/>
    <p:sldLayoutId id="2147487329" r:id="rId18"/>
    <p:sldLayoutId id="2147487330" r:id="rId19"/>
    <p:sldLayoutId id="214748733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Placeholder 1">
            <a:extLst>
              <a:ext uri="{FF2B5EF4-FFF2-40B4-BE49-F238E27FC236}">
                <a16:creationId xmlns:a16="http://schemas.microsoft.com/office/drawing/2014/main" id="{E4BCC4FB-EEC8-48EB-8B40-E5C6EF9E098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7827" name="Text Placeholder 2">
            <a:extLst>
              <a:ext uri="{FF2B5EF4-FFF2-40B4-BE49-F238E27FC236}">
                <a16:creationId xmlns:a16="http://schemas.microsoft.com/office/drawing/2014/main" id="{443CA7FA-5DBF-45DD-B7F5-63EEAF28A1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D07B2-2D80-46B8-A6F1-355F4B956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BE749-D9A2-4D7E-BA92-E542A4520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5F5DD-CF16-446A-A5FB-BA9CF294D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537BBC1-1E50-469F-B10E-FDA3D984FD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332" r:id="rId1"/>
    <p:sldLayoutId id="2147487333" r:id="rId2"/>
    <p:sldLayoutId id="2147487334" r:id="rId3"/>
    <p:sldLayoutId id="2147487335" r:id="rId4"/>
    <p:sldLayoutId id="2147487336" r:id="rId5"/>
    <p:sldLayoutId id="2147487337" r:id="rId6"/>
    <p:sldLayoutId id="2147487338" r:id="rId7"/>
    <p:sldLayoutId id="2147487339" r:id="rId8"/>
    <p:sldLayoutId id="2147487340" r:id="rId9"/>
    <p:sldLayoutId id="2147487341" r:id="rId10"/>
    <p:sldLayoutId id="2147487342" r:id="rId11"/>
    <p:sldLayoutId id="2147487343" r:id="rId12"/>
    <p:sldLayoutId id="2147487344" r:id="rId13"/>
    <p:sldLayoutId id="2147487345" r:id="rId14"/>
    <p:sldLayoutId id="2147487346" r:id="rId15"/>
    <p:sldLayoutId id="2147487347" r:id="rId16"/>
    <p:sldLayoutId id="2147487348" r:id="rId17"/>
    <p:sldLayoutId id="2147487349" r:id="rId18"/>
    <p:sldLayoutId id="2147487350" r:id="rId19"/>
    <p:sldLayoutId id="214748735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Placeholder 1">
            <a:extLst>
              <a:ext uri="{FF2B5EF4-FFF2-40B4-BE49-F238E27FC236}">
                <a16:creationId xmlns:a16="http://schemas.microsoft.com/office/drawing/2014/main" id="{575D6DE4-A274-4723-B40A-D1384796262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9331" name="Text Placeholder 2">
            <a:extLst>
              <a:ext uri="{FF2B5EF4-FFF2-40B4-BE49-F238E27FC236}">
                <a16:creationId xmlns:a16="http://schemas.microsoft.com/office/drawing/2014/main" id="{E5C130A6-E769-413D-A7E6-624E7E9465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3FC8A-645B-4654-A58F-CD055138E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75D4A-8946-4E60-8D0F-2FE8EC53B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AA4A3-0F64-45ED-9DB9-1D98E5EE1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8D3A641-0F1A-42AF-8140-A00BE207DA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352" r:id="rId1"/>
    <p:sldLayoutId id="2147487353" r:id="rId2"/>
    <p:sldLayoutId id="2147487354" r:id="rId3"/>
    <p:sldLayoutId id="2147487355" r:id="rId4"/>
    <p:sldLayoutId id="2147487356" r:id="rId5"/>
    <p:sldLayoutId id="2147487357" r:id="rId6"/>
    <p:sldLayoutId id="2147487358" r:id="rId7"/>
    <p:sldLayoutId id="2147487359" r:id="rId8"/>
    <p:sldLayoutId id="2147487360" r:id="rId9"/>
    <p:sldLayoutId id="2147487361" r:id="rId10"/>
    <p:sldLayoutId id="2147487362" r:id="rId11"/>
    <p:sldLayoutId id="2147487363" r:id="rId12"/>
    <p:sldLayoutId id="2147487364" r:id="rId13"/>
    <p:sldLayoutId id="2147487365" r:id="rId14"/>
    <p:sldLayoutId id="2147487366" r:id="rId15"/>
    <p:sldLayoutId id="2147487367" r:id="rId16"/>
    <p:sldLayoutId id="2147487368" r:id="rId17"/>
    <p:sldLayoutId id="2147487369" r:id="rId18"/>
    <p:sldLayoutId id="2147487370" r:id="rId19"/>
    <p:sldLayoutId id="214748737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itle Placeholder 1">
            <a:extLst>
              <a:ext uri="{FF2B5EF4-FFF2-40B4-BE49-F238E27FC236}">
                <a16:creationId xmlns:a16="http://schemas.microsoft.com/office/drawing/2014/main" id="{58AAF95B-6285-4C0A-B789-DED858AB3ED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20835" name="Text Placeholder 2">
            <a:extLst>
              <a:ext uri="{FF2B5EF4-FFF2-40B4-BE49-F238E27FC236}">
                <a16:creationId xmlns:a16="http://schemas.microsoft.com/office/drawing/2014/main" id="{90B31160-0300-4798-8137-ED7CD263A9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54CF4-A3A0-4CA6-9EB1-5A59A77D5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6EB15-24BE-4160-A2BD-2D2ED3B1D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9C75-E4AF-42F8-9BF1-E097AF214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974FDAF-2617-48D3-AA0B-AA955C9B98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372" r:id="rId1"/>
    <p:sldLayoutId id="2147487373" r:id="rId2"/>
    <p:sldLayoutId id="2147487374" r:id="rId3"/>
    <p:sldLayoutId id="2147487375" r:id="rId4"/>
    <p:sldLayoutId id="2147487376" r:id="rId5"/>
    <p:sldLayoutId id="2147487377" r:id="rId6"/>
    <p:sldLayoutId id="2147487378" r:id="rId7"/>
    <p:sldLayoutId id="2147487379" r:id="rId8"/>
    <p:sldLayoutId id="2147487380" r:id="rId9"/>
    <p:sldLayoutId id="2147487381" r:id="rId10"/>
    <p:sldLayoutId id="2147487382" r:id="rId11"/>
    <p:sldLayoutId id="2147487383" r:id="rId12"/>
    <p:sldLayoutId id="2147487384" r:id="rId13"/>
    <p:sldLayoutId id="2147487385" r:id="rId14"/>
    <p:sldLayoutId id="2147487386" r:id="rId15"/>
    <p:sldLayoutId id="2147487387" r:id="rId16"/>
    <p:sldLayoutId id="2147487388" r:id="rId17"/>
    <p:sldLayoutId id="2147487389" r:id="rId18"/>
    <p:sldLayoutId id="2147487390" r:id="rId19"/>
    <p:sldLayoutId id="214748739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itle Placeholder 1">
            <a:extLst>
              <a:ext uri="{FF2B5EF4-FFF2-40B4-BE49-F238E27FC236}">
                <a16:creationId xmlns:a16="http://schemas.microsoft.com/office/drawing/2014/main" id="{885CF856-4128-431F-9793-5584BD36BE8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42339" name="Text Placeholder 2">
            <a:extLst>
              <a:ext uri="{FF2B5EF4-FFF2-40B4-BE49-F238E27FC236}">
                <a16:creationId xmlns:a16="http://schemas.microsoft.com/office/drawing/2014/main" id="{60A304E8-82FD-4DFE-B3AB-859212D01D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36309-85C0-4991-A128-1793CB149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D6DA3-FD72-4462-9BA0-D4E702060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85EE3-E1FB-4ABF-A9CF-01E007AAF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0E492CF-B6E4-437C-9813-241352041F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392" r:id="rId1"/>
    <p:sldLayoutId id="2147487393" r:id="rId2"/>
    <p:sldLayoutId id="2147487394" r:id="rId3"/>
    <p:sldLayoutId id="2147487395" r:id="rId4"/>
    <p:sldLayoutId id="2147487396" r:id="rId5"/>
    <p:sldLayoutId id="2147487397" r:id="rId6"/>
    <p:sldLayoutId id="2147487398" r:id="rId7"/>
    <p:sldLayoutId id="2147487399" r:id="rId8"/>
    <p:sldLayoutId id="2147487400" r:id="rId9"/>
    <p:sldLayoutId id="2147487401" r:id="rId10"/>
    <p:sldLayoutId id="2147487402" r:id="rId11"/>
    <p:sldLayoutId id="2147487403" r:id="rId12"/>
    <p:sldLayoutId id="2147487404" r:id="rId13"/>
    <p:sldLayoutId id="2147487405" r:id="rId14"/>
    <p:sldLayoutId id="2147487406" r:id="rId15"/>
    <p:sldLayoutId id="2147487407" r:id="rId16"/>
    <p:sldLayoutId id="2147487408" r:id="rId17"/>
    <p:sldLayoutId id="2147487409" r:id="rId18"/>
    <p:sldLayoutId id="2147487410" r:id="rId19"/>
    <p:sldLayoutId id="214748741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itle Placeholder 1">
            <a:extLst>
              <a:ext uri="{FF2B5EF4-FFF2-40B4-BE49-F238E27FC236}">
                <a16:creationId xmlns:a16="http://schemas.microsoft.com/office/drawing/2014/main" id="{6B0F4069-0354-4A29-ADF0-A74265A7DD8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63843" name="Text Placeholder 2">
            <a:extLst>
              <a:ext uri="{FF2B5EF4-FFF2-40B4-BE49-F238E27FC236}">
                <a16:creationId xmlns:a16="http://schemas.microsoft.com/office/drawing/2014/main" id="{2773EF42-294C-4042-A0B5-48E7D8B7A39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F6F57-BA3D-43D3-A592-39C8C794D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D7837-9550-4CAC-B80F-120BA732E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51216-530B-465B-A412-190D60338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A8D4AE8-D2E5-4304-9AC5-CED3C20002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12" r:id="rId1"/>
    <p:sldLayoutId id="2147487413" r:id="rId2"/>
    <p:sldLayoutId id="2147487414" r:id="rId3"/>
    <p:sldLayoutId id="2147487415" r:id="rId4"/>
    <p:sldLayoutId id="2147487416" r:id="rId5"/>
    <p:sldLayoutId id="2147487417" r:id="rId6"/>
    <p:sldLayoutId id="2147487418" r:id="rId7"/>
    <p:sldLayoutId id="2147487419" r:id="rId8"/>
    <p:sldLayoutId id="2147487420" r:id="rId9"/>
    <p:sldLayoutId id="2147487421" r:id="rId10"/>
    <p:sldLayoutId id="2147487422" r:id="rId11"/>
    <p:sldLayoutId id="2147487423" r:id="rId12"/>
    <p:sldLayoutId id="2147487424" r:id="rId13"/>
    <p:sldLayoutId id="2147487425" r:id="rId14"/>
    <p:sldLayoutId id="2147487426" r:id="rId15"/>
    <p:sldLayoutId id="2147487427" r:id="rId16"/>
    <p:sldLayoutId id="2147487428" r:id="rId17"/>
    <p:sldLayoutId id="2147487429" r:id="rId18"/>
    <p:sldLayoutId id="2147487430" r:id="rId19"/>
    <p:sldLayoutId id="214748743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Title Placeholder 1">
            <a:extLst>
              <a:ext uri="{FF2B5EF4-FFF2-40B4-BE49-F238E27FC236}">
                <a16:creationId xmlns:a16="http://schemas.microsoft.com/office/drawing/2014/main" id="{4929A3FE-31C5-4B4F-8EEB-C591F4EFF4D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85347" name="Text Placeholder 2">
            <a:extLst>
              <a:ext uri="{FF2B5EF4-FFF2-40B4-BE49-F238E27FC236}">
                <a16:creationId xmlns:a16="http://schemas.microsoft.com/office/drawing/2014/main" id="{3086399E-D483-4885-8BE7-7E001C301A1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3E2C6-C6A7-432E-A45F-DADF1171B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7E7D6-7F3E-4182-B6C4-894D3F5B9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B4485-A01B-4637-A9A0-950A42E57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9A928B0-85BA-4A0D-B481-D06BFFE708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32" r:id="rId1"/>
    <p:sldLayoutId id="2147487433" r:id="rId2"/>
    <p:sldLayoutId id="2147487434" r:id="rId3"/>
    <p:sldLayoutId id="2147487435" r:id="rId4"/>
    <p:sldLayoutId id="2147487436" r:id="rId5"/>
    <p:sldLayoutId id="2147487437" r:id="rId6"/>
    <p:sldLayoutId id="2147487438" r:id="rId7"/>
    <p:sldLayoutId id="2147487439" r:id="rId8"/>
    <p:sldLayoutId id="2147487440" r:id="rId9"/>
    <p:sldLayoutId id="2147487441" r:id="rId10"/>
    <p:sldLayoutId id="2147487442" r:id="rId11"/>
    <p:sldLayoutId id="2147487443" r:id="rId12"/>
    <p:sldLayoutId id="2147487444" r:id="rId13"/>
    <p:sldLayoutId id="2147487445" r:id="rId14"/>
    <p:sldLayoutId id="2147487446" r:id="rId15"/>
    <p:sldLayoutId id="2147487447" r:id="rId16"/>
    <p:sldLayoutId id="2147487448" r:id="rId17"/>
    <p:sldLayoutId id="2147487449" r:id="rId18"/>
    <p:sldLayoutId id="2147487450" r:id="rId19"/>
    <p:sldLayoutId id="214748745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Title Placeholder 1">
            <a:extLst>
              <a:ext uri="{FF2B5EF4-FFF2-40B4-BE49-F238E27FC236}">
                <a16:creationId xmlns:a16="http://schemas.microsoft.com/office/drawing/2014/main" id="{557C28CD-F61A-4198-BE76-66DE6549054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6851" name="Text Placeholder 2">
            <a:extLst>
              <a:ext uri="{FF2B5EF4-FFF2-40B4-BE49-F238E27FC236}">
                <a16:creationId xmlns:a16="http://schemas.microsoft.com/office/drawing/2014/main" id="{9787AABA-2568-41D8-9805-778131EF70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3386E-9B70-4F81-8EFF-8E49EAD1B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0EFC3-1C9D-4866-9AD7-2FC954EBD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21D05-DFBC-41E2-BDF7-885DAC261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F5E6B1B-FD68-4014-9C2F-FE527016C8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52" r:id="rId1"/>
    <p:sldLayoutId id="2147487453" r:id="rId2"/>
    <p:sldLayoutId id="2147487454" r:id="rId3"/>
    <p:sldLayoutId id="2147487455" r:id="rId4"/>
    <p:sldLayoutId id="2147487456" r:id="rId5"/>
    <p:sldLayoutId id="2147487457" r:id="rId6"/>
    <p:sldLayoutId id="2147487458" r:id="rId7"/>
    <p:sldLayoutId id="2147487459" r:id="rId8"/>
    <p:sldLayoutId id="2147487460" r:id="rId9"/>
    <p:sldLayoutId id="2147487461" r:id="rId10"/>
    <p:sldLayoutId id="2147487462" r:id="rId11"/>
    <p:sldLayoutId id="2147487463" r:id="rId12"/>
    <p:sldLayoutId id="2147487464" r:id="rId13"/>
    <p:sldLayoutId id="2147487465" r:id="rId14"/>
    <p:sldLayoutId id="2147487466" r:id="rId15"/>
    <p:sldLayoutId id="2147487467" r:id="rId16"/>
    <p:sldLayoutId id="2147487468" r:id="rId17"/>
    <p:sldLayoutId id="2147487469" r:id="rId18"/>
    <p:sldLayoutId id="2147487470" r:id="rId19"/>
    <p:sldLayoutId id="214748747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Title Placeholder 1">
            <a:extLst>
              <a:ext uri="{FF2B5EF4-FFF2-40B4-BE49-F238E27FC236}">
                <a16:creationId xmlns:a16="http://schemas.microsoft.com/office/drawing/2014/main" id="{0E65D43D-6535-428B-A6CA-371FD25B9C1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28355" name="Text Placeholder 2">
            <a:extLst>
              <a:ext uri="{FF2B5EF4-FFF2-40B4-BE49-F238E27FC236}">
                <a16:creationId xmlns:a16="http://schemas.microsoft.com/office/drawing/2014/main" id="{D5CF711F-2F9C-4486-84FD-E2D65FA742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69037-43F9-40C7-BFB5-C0646B7EF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64A39-0031-4310-9FB3-58FDC1A05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5561D-A789-4802-AB16-75DFBC84F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DF6F0A7-1F08-4C3C-B64B-A34D9DE7F1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72" r:id="rId1"/>
    <p:sldLayoutId id="2147487473" r:id="rId2"/>
    <p:sldLayoutId id="2147487474" r:id="rId3"/>
    <p:sldLayoutId id="2147487475" r:id="rId4"/>
    <p:sldLayoutId id="2147487476" r:id="rId5"/>
    <p:sldLayoutId id="2147487477" r:id="rId6"/>
    <p:sldLayoutId id="2147487478" r:id="rId7"/>
    <p:sldLayoutId id="2147487479" r:id="rId8"/>
    <p:sldLayoutId id="2147487480" r:id="rId9"/>
    <p:sldLayoutId id="2147487481" r:id="rId10"/>
    <p:sldLayoutId id="2147487482" r:id="rId11"/>
    <p:sldLayoutId id="2147487483" r:id="rId12"/>
    <p:sldLayoutId id="2147487484" r:id="rId13"/>
    <p:sldLayoutId id="2147487485" r:id="rId14"/>
    <p:sldLayoutId id="2147487486" r:id="rId15"/>
    <p:sldLayoutId id="2147487487" r:id="rId16"/>
    <p:sldLayoutId id="2147487488" r:id="rId17"/>
    <p:sldLayoutId id="2147487489" r:id="rId18"/>
    <p:sldLayoutId id="2147487490" r:id="rId19"/>
    <p:sldLayoutId id="214748749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Title Placeholder 1">
            <a:extLst>
              <a:ext uri="{FF2B5EF4-FFF2-40B4-BE49-F238E27FC236}">
                <a16:creationId xmlns:a16="http://schemas.microsoft.com/office/drawing/2014/main" id="{148B3422-DD9B-467D-87D3-4ECF6942C84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49859" name="Text Placeholder 2">
            <a:extLst>
              <a:ext uri="{FF2B5EF4-FFF2-40B4-BE49-F238E27FC236}">
                <a16:creationId xmlns:a16="http://schemas.microsoft.com/office/drawing/2014/main" id="{25D91269-D26F-4705-9030-18E5AA65D5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9C83-AE3C-47F7-8042-F54687ACD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7800F-9F16-415D-A57E-3D58857C4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53A21-80E0-461A-95D9-EEE9FC693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B257145-694D-4E0A-8CF6-A6D3A63B2F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92" r:id="rId1"/>
    <p:sldLayoutId id="2147487493" r:id="rId2"/>
    <p:sldLayoutId id="2147487494" r:id="rId3"/>
    <p:sldLayoutId id="2147487495" r:id="rId4"/>
    <p:sldLayoutId id="2147487496" r:id="rId5"/>
    <p:sldLayoutId id="2147487497" r:id="rId6"/>
    <p:sldLayoutId id="2147487498" r:id="rId7"/>
    <p:sldLayoutId id="2147487499" r:id="rId8"/>
    <p:sldLayoutId id="2147487500" r:id="rId9"/>
    <p:sldLayoutId id="2147487501" r:id="rId10"/>
    <p:sldLayoutId id="2147487502" r:id="rId11"/>
    <p:sldLayoutId id="2147487503" r:id="rId12"/>
    <p:sldLayoutId id="2147487504" r:id="rId13"/>
    <p:sldLayoutId id="2147487505" r:id="rId14"/>
    <p:sldLayoutId id="2147487506" r:id="rId15"/>
    <p:sldLayoutId id="2147487507" r:id="rId16"/>
    <p:sldLayoutId id="2147487508" r:id="rId17"/>
    <p:sldLayoutId id="2147487509" r:id="rId18"/>
    <p:sldLayoutId id="2147487510" r:id="rId19"/>
    <p:sldLayoutId id="214748751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Title Placeholder 1">
            <a:extLst>
              <a:ext uri="{FF2B5EF4-FFF2-40B4-BE49-F238E27FC236}">
                <a16:creationId xmlns:a16="http://schemas.microsoft.com/office/drawing/2014/main" id="{013F76F3-3EBD-4FB0-AF17-3EAEEA8BD31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71363" name="Text Placeholder 2">
            <a:extLst>
              <a:ext uri="{FF2B5EF4-FFF2-40B4-BE49-F238E27FC236}">
                <a16:creationId xmlns:a16="http://schemas.microsoft.com/office/drawing/2014/main" id="{DB7A2E90-5FCC-423D-A7CD-E7C8F609A4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37172-A4E9-4045-BB0F-3F7E3BA54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B0FE3-395E-4381-B606-FEA5AB998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4D566-086B-40C9-B749-DCFD6ACF6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1A653FA-3822-49B5-8220-47C3319326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12" r:id="rId1"/>
    <p:sldLayoutId id="2147487513" r:id="rId2"/>
    <p:sldLayoutId id="2147487514" r:id="rId3"/>
    <p:sldLayoutId id="2147487515" r:id="rId4"/>
    <p:sldLayoutId id="2147487516" r:id="rId5"/>
    <p:sldLayoutId id="2147487517" r:id="rId6"/>
    <p:sldLayoutId id="2147487518" r:id="rId7"/>
    <p:sldLayoutId id="2147487519" r:id="rId8"/>
    <p:sldLayoutId id="2147487520" r:id="rId9"/>
    <p:sldLayoutId id="2147487521" r:id="rId10"/>
    <p:sldLayoutId id="2147487522" r:id="rId11"/>
    <p:sldLayoutId id="2147487523" r:id="rId12"/>
    <p:sldLayoutId id="2147487524" r:id="rId13"/>
    <p:sldLayoutId id="2147487525" r:id="rId14"/>
    <p:sldLayoutId id="2147487526" r:id="rId15"/>
    <p:sldLayoutId id="2147487527" r:id="rId16"/>
    <p:sldLayoutId id="2147487528" r:id="rId17"/>
    <p:sldLayoutId id="2147487529" r:id="rId18"/>
    <p:sldLayoutId id="2147487530" r:id="rId19"/>
    <p:sldLayoutId id="214748753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Title Placeholder 1">
            <a:extLst>
              <a:ext uri="{FF2B5EF4-FFF2-40B4-BE49-F238E27FC236}">
                <a16:creationId xmlns:a16="http://schemas.microsoft.com/office/drawing/2014/main" id="{A0815B28-A6ED-4B78-8369-64CA7C7A241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92867" name="Text Placeholder 2">
            <a:extLst>
              <a:ext uri="{FF2B5EF4-FFF2-40B4-BE49-F238E27FC236}">
                <a16:creationId xmlns:a16="http://schemas.microsoft.com/office/drawing/2014/main" id="{AAFF44B4-3058-47AD-805F-6A6B0933BB8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55644-CD28-4ECB-82BA-8FA780892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E07B5-26C7-4FD5-ACBA-FD8A5B0B4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8C359-0FE5-4C5C-AFFE-585AD4B39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A02248B-885D-4257-A319-87E6FB5FC5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32" r:id="rId1"/>
    <p:sldLayoutId id="2147487533" r:id="rId2"/>
    <p:sldLayoutId id="2147487534" r:id="rId3"/>
    <p:sldLayoutId id="2147487535" r:id="rId4"/>
    <p:sldLayoutId id="2147487536" r:id="rId5"/>
    <p:sldLayoutId id="2147487537" r:id="rId6"/>
    <p:sldLayoutId id="2147487538" r:id="rId7"/>
    <p:sldLayoutId id="2147487539" r:id="rId8"/>
    <p:sldLayoutId id="2147487540" r:id="rId9"/>
    <p:sldLayoutId id="2147487541" r:id="rId10"/>
    <p:sldLayoutId id="2147487542" r:id="rId11"/>
    <p:sldLayoutId id="2147487543" r:id="rId12"/>
    <p:sldLayoutId id="2147487544" r:id="rId13"/>
    <p:sldLayoutId id="2147487545" r:id="rId14"/>
    <p:sldLayoutId id="2147487546" r:id="rId15"/>
    <p:sldLayoutId id="2147487547" r:id="rId16"/>
    <p:sldLayoutId id="2147487548" r:id="rId17"/>
    <p:sldLayoutId id="2147487549" r:id="rId18"/>
    <p:sldLayoutId id="2147487550" r:id="rId19"/>
    <p:sldLayoutId id="214748755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Title Placeholder 1">
            <a:extLst>
              <a:ext uri="{FF2B5EF4-FFF2-40B4-BE49-F238E27FC236}">
                <a16:creationId xmlns:a16="http://schemas.microsoft.com/office/drawing/2014/main" id="{C2C70FF0-FB24-4867-835D-3DD67AF725D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14371" name="Text Placeholder 2">
            <a:extLst>
              <a:ext uri="{FF2B5EF4-FFF2-40B4-BE49-F238E27FC236}">
                <a16:creationId xmlns:a16="http://schemas.microsoft.com/office/drawing/2014/main" id="{46B6EEC8-48E7-49F3-8A1F-DBDB881972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A198E-F406-4AC7-A147-BA40D0FBA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CC445-AF10-43E9-91FA-63F4231C9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E2F41-0DFF-41BD-A9B9-0883D0E29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C34D9FE-404D-44B1-88C3-CEA18D9FE0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52" r:id="rId1"/>
    <p:sldLayoutId id="2147487553" r:id="rId2"/>
    <p:sldLayoutId id="2147487554" r:id="rId3"/>
    <p:sldLayoutId id="2147487555" r:id="rId4"/>
    <p:sldLayoutId id="2147487556" r:id="rId5"/>
    <p:sldLayoutId id="2147487557" r:id="rId6"/>
    <p:sldLayoutId id="2147487558" r:id="rId7"/>
    <p:sldLayoutId id="2147487559" r:id="rId8"/>
    <p:sldLayoutId id="2147487560" r:id="rId9"/>
    <p:sldLayoutId id="2147487561" r:id="rId10"/>
    <p:sldLayoutId id="2147487562" r:id="rId11"/>
    <p:sldLayoutId id="2147487563" r:id="rId12"/>
    <p:sldLayoutId id="2147487564" r:id="rId13"/>
    <p:sldLayoutId id="2147487565" r:id="rId14"/>
    <p:sldLayoutId id="2147487566" r:id="rId15"/>
    <p:sldLayoutId id="2147487567" r:id="rId16"/>
    <p:sldLayoutId id="2147487568" r:id="rId17"/>
    <p:sldLayoutId id="2147487569" r:id="rId18"/>
    <p:sldLayoutId id="2147487570" r:id="rId19"/>
    <p:sldLayoutId id="214748757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Title Placeholder 1">
            <a:extLst>
              <a:ext uri="{FF2B5EF4-FFF2-40B4-BE49-F238E27FC236}">
                <a16:creationId xmlns:a16="http://schemas.microsoft.com/office/drawing/2014/main" id="{FADF988B-2250-431F-8EBF-13C67301672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35875" name="Text Placeholder 2">
            <a:extLst>
              <a:ext uri="{FF2B5EF4-FFF2-40B4-BE49-F238E27FC236}">
                <a16:creationId xmlns:a16="http://schemas.microsoft.com/office/drawing/2014/main" id="{A9A728BB-8831-4511-8378-718B4CADD8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D256E-6CAE-45AA-A82E-FB3235C53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7D15B-7B37-485C-AA17-97E77C523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prstClr val="black">
                    <a:lumMod val="65000"/>
                    <a:lumOff val="35000"/>
                  </a:prstClr>
                </a:solidFill>
                <a:latin typeface="Times New Roman" pitchFamily="-110" charset="0"/>
              </a:defRPr>
            </a:lvl1pPr>
          </a:lstStyle>
          <a:p>
            <a:pPr>
              <a:defRPr/>
            </a:pPr>
            <a:r>
              <a:rPr lang="en-MY"/>
              <a:t>SSK3207 Chapter 1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168FA-05D8-4558-8CB4-5C4EE2034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E5D878D-F4C8-455A-805E-C4D61E9158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72" r:id="rId1"/>
    <p:sldLayoutId id="2147487573" r:id="rId2"/>
    <p:sldLayoutId id="2147487574" r:id="rId3"/>
    <p:sldLayoutId id="2147487575" r:id="rId4"/>
    <p:sldLayoutId id="2147487576" r:id="rId5"/>
    <p:sldLayoutId id="2147487577" r:id="rId6"/>
    <p:sldLayoutId id="2147487578" r:id="rId7"/>
    <p:sldLayoutId id="2147487579" r:id="rId8"/>
    <p:sldLayoutId id="2147487580" r:id="rId9"/>
    <p:sldLayoutId id="2147487581" r:id="rId10"/>
    <p:sldLayoutId id="2147487582" r:id="rId11"/>
    <p:sldLayoutId id="2147487583" r:id="rId12"/>
    <p:sldLayoutId id="2147487584" r:id="rId13"/>
    <p:sldLayoutId id="2147487585" r:id="rId14"/>
    <p:sldLayoutId id="2147487586" r:id="rId15"/>
    <p:sldLayoutId id="2147487587" r:id="rId16"/>
    <p:sldLayoutId id="2147487588" r:id="rId17"/>
    <p:sldLayoutId id="2147487589" r:id="rId18"/>
    <p:sldLayoutId id="2147487590" r:id="rId19"/>
    <p:sldLayoutId id="2147487591" r:id="rId2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entral_processing_unit" TargetMode="External"/><Relationship Id="rId2" Type="http://schemas.openxmlformats.org/officeDocument/2006/relationships/hyperlink" Target="http://en.wikipedia.org/wiki/Systems_programming" TargetMode="External"/><Relationship Id="rId1" Type="http://schemas.openxmlformats.org/officeDocument/2006/relationships/slideLayout" Target="../slideLayouts/slideLayout23.xml"/><Relationship Id="rId6" Type="http://schemas.openxmlformats.org/officeDocument/2006/relationships/hyperlink" Target="http://en.wikipedia.org/wiki/Interrupt_handler" TargetMode="External"/><Relationship Id="rId5" Type="http://schemas.openxmlformats.org/officeDocument/2006/relationships/hyperlink" Target="http://en.wikipedia.org/wiki/State_(computer_science)" TargetMode="External"/><Relationship Id="rId4" Type="http://schemas.openxmlformats.org/officeDocument/2006/relationships/hyperlink" Target="http://en.wikipedia.org/wiki/Thread_(computing)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8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5" name="Rectangle 4">
            <a:extLst>
              <a:ext uri="{FF2B5EF4-FFF2-40B4-BE49-F238E27FC236}">
                <a16:creationId xmlns:a16="http://schemas.microsoft.com/office/drawing/2014/main" id="{0D8E8608-7D61-4B1E-8304-C9C4ED3625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INPUT/OUTPUT</a:t>
            </a:r>
          </a:p>
        </p:txBody>
      </p:sp>
      <p:sp>
        <p:nvSpPr>
          <p:cNvPr id="359426" name="TextBox 3">
            <a:extLst>
              <a:ext uri="{FF2B5EF4-FFF2-40B4-BE49-F238E27FC236}">
                <a16:creationId xmlns:a16="http://schemas.microsoft.com/office/drawing/2014/main" id="{708415FA-6E6F-486C-BBBF-94468D9F7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600200"/>
            <a:ext cx="457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/>
            <a:r>
              <a:rPr lang="en-US" altLang="en-US"/>
              <a:t>CHAPTER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49" name="TextBox 2">
            <a:extLst>
              <a:ext uri="{FF2B5EF4-FFF2-40B4-BE49-F238E27FC236}">
                <a16:creationId xmlns:a16="http://schemas.microsoft.com/office/drawing/2014/main" id="{774389B7-2BD7-4B44-9DD8-B59E4353C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600200"/>
            <a:ext cx="61722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/>
            <a:r>
              <a:rPr lang="en-US" altLang="en-US" sz="4400">
                <a:solidFill>
                  <a:srgbClr val="00B050"/>
                </a:solidFill>
              </a:rPr>
              <a:t>Topics</a:t>
            </a:r>
          </a:p>
          <a:p>
            <a:endParaRPr lang="en-US" altLang="en-US" sz="3200">
              <a:solidFill>
                <a:srgbClr val="00B050"/>
              </a:solidFill>
            </a:endParaRPr>
          </a:p>
          <a:p>
            <a:r>
              <a:rPr lang="en-US" altLang="en-US" sz="3200">
                <a:solidFill>
                  <a:srgbClr val="00B050"/>
                </a:solidFill>
              </a:rPr>
              <a:t>5.1)	I/O Unit/Module</a:t>
            </a:r>
          </a:p>
          <a:p>
            <a:endParaRPr lang="en-US" altLang="en-US" sz="1400">
              <a:solidFill>
                <a:srgbClr val="00B050"/>
              </a:solidFill>
            </a:endParaRPr>
          </a:p>
          <a:p>
            <a:r>
              <a:rPr lang="en-US" altLang="en-US" sz="3200">
                <a:solidFill>
                  <a:srgbClr val="00B050"/>
                </a:solidFill>
              </a:rPr>
              <a:t>5.2) 	External Devices</a:t>
            </a:r>
          </a:p>
          <a:p>
            <a:endParaRPr lang="en-US" altLang="en-US" sz="1400">
              <a:solidFill>
                <a:srgbClr val="00B050"/>
              </a:solidFill>
            </a:endParaRPr>
          </a:p>
          <a:p>
            <a:r>
              <a:rPr lang="en-US" altLang="en-US" sz="3200">
                <a:solidFill>
                  <a:srgbClr val="00B050"/>
                </a:solidFill>
              </a:rPr>
              <a:t>5.3) 	I/O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55590029-D87A-40C7-8CC4-ACA844BE209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33400" y="1371600"/>
            <a:ext cx="8153400" cy="4876800"/>
          </a:xfrm>
        </p:spPr>
        <p:txBody>
          <a:bodyPr/>
          <a:lstStyle/>
          <a:p>
            <a:pPr eaLnBrk="1" hangingPunct="1">
              <a:defRPr/>
            </a:pPr>
            <a:r>
              <a:rPr lang="en-GB" sz="2300" dirty="0">
                <a:cs typeface="Times New Roman" pitchFamily="18" charset="0"/>
              </a:rPr>
              <a:t>Input and output operations are very important in a computer system. They enable the </a:t>
            </a:r>
            <a:r>
              <a:rPr lang="en-GB" sz="2300" dirty="0">
                <a:solidFill>
                  <a:srgbClr val="FF6600"/>
                </a:solidFill>
                <a:cs typeface="Times New Roman" pitchFamily="18" charset="0"/>
              </a:rPr>
              <a:t>user to communicate with the computer</a:t>
            </a:r>
            <a:r>
              <a:rPr lang="en-GB" sz="2300" dirty="0">
                <a:cs typeface="Times New Roman" pitchFamily="18" charset="0"/>
              </a:rPr>
              <a:t>. </a:t>
            </a:r>
          </a:p>
          <a:p>
            <a:pPr marL="0" indent="0" eaLnBrk="1" hangingPunct="1">
              <a:buFont typeface="Wingdings 3" panose="05040102010807070707" pitchFamily="18" charset="2"/>
              <a:buNone/>
              <a:defRPr/>
            </a:pPr>
            <a:endParaRPr lang="en-GB" sz="1000" dirty="0"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GB" sz="2300" dirty="0">
                <a:cs typeface="Times New Roman" pitchFamily="18" charset="0"/>
              </a:rPr>
              <a:t>These operations are performed using peripherals such </a:t>
            </a:r>
            <a:r>
              <a:rPr lang="en-GB" sz="2300" i="1" dirty="0">
                <a:cs typeface="Times New Roman" pitchFamily="18" charset="0"/>
              </a:rPr>
              <a:t>disk drive, keyboard, mouse, printer, monitor</a:t>
            </a:r>
            <a:r>
              <a:rPr lang="en-GB" sz="2300" dirty="0">
                <a:cs typeface="Times New Roman" pitchFamily="18" charset="0"/>
              </a:rPr>
              <a:t> etc.</a:t>
            </a:r>
          </a:p>
          <a:p>
            <a:pPr marL="0" indent="0" eaLnBrk="1" hangingPunct="1">
              <a:buFont typeface="Wingdings 3" panose="05040102010807070707" pitchFamily="18" charset="2"/>
              <a:buNone/>
              <a:defRPr/>
            </a:pPr>
            <a:endParaRPr lang="en-GB" sz="1000" dirty="0"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GB" sz="2300" dirty="0">
                <a:cs typeface="Times New Roman" pitchFamily="18" charset="0"/>
              </a:rPr>
              <a:t>Why need I/O Unit??</a:t>
            </a:r>
          </a:p>
          <a:p>
            <a:pPr lvl="1" eaLnBrk="1" hangingPunct="1">
              <a:defRPr/>
            </a:pPr>
            <a:r>
              <a:rPr lang="en-GB" sz="2000" dirty="0">
                <a:cs typeface="Times New Roman" pitchFamily="18" charset="0"/>
              </a:rPr>
              <a:t>Every peripheral has </a:t>
            </a:r>
            <a:r>
              <a:rPr lang="en-GB" sz="2000" dirty="0">
                <a:solidFill>
                  <a:srgbClr val="FF6600"/>
                </a:solidFill>
                <a:cs typeface="Times New Roman" pitchFamily="18" charset="0"/>
              </a:rPr>
              <a:t>different operation</a:t>
            </a:r>
            <a:r>
              <a:rPr lang="en-GB" sz="2000" dirty="0">
                <a:cs typeface="Times New Roman" pitchFamily="18" charset="0"/>
              </a:rPr>
              <a:t> </a:t>
            </a:r>
          </a:p>
          <a:p>
            <a:pPr lvl="1" eaLnBrk="1" hangingPunct="1">
              <a:defRPr/>
            </a:pPr>
            <a:r>
              <a:rPr lang="en-GB" sz="2000" dirty="0">
                <a:cs typeface="Times New Roman" pitchFamily="18" charset="0"/>
              </a:rPr>
              <a:t>The </a:t>
            </a:r>
            <a:r>
              <a:rPr lang="en-GB" sz="2000" dirty="0">
                <a:solidFill>
                  <a:srgbClr val="FF6600"/>
                </a:solidFill>
                <a:cs typeface="Times New Roman" pitchFamily="18" charset="0"/>
              </a:rPr>
              <a:t>data format and word length</a:t>
            </a:r>
            <a:r>
              <a:rPr lang="en-GB" sz="2000" dirty="0">
                <a:cs typeface="Times New Roman" pitchFamily="18" charset="0"/>
              </a:rPr>
              <a:t> in the peripheral also </a:t>
            </a:r>
            <a:r>
              <a:rPr lang="en-GB" sz="2000" dirty="0">
                <a:solidFill>
                  <a:srgbClr val="FF6600"/>
                </a:solidFill>
                <a:cs typeface="Times New Roman" pitchFamily="18" charset="0"/>
              </a:rPr>
              <a:t>differs</a:t>
            </a:r>
            <a:r>
              <a:rPr lang="en-GB" sz="2000" dirty="0">
                <a:cs typeface="Times New Roman" pitchFamily="18" charset="0"/>
              </a:rPr>
              <a:t> with the internals computer system. </a:t>
            </a:r>
          </a:p>
          <a:p>
            <a:pPr lvl="1" eaLnBrk="1" hangingPunct="1">
              <a:defRPr/>
            </a:pPr>
            <a:r>
              <a:rPr lang="en-GB" sz="2000" dirty="0">
                <a:cs typeface="Times New Roman" pitchFamily="18" charset="0"/>
              </a:rPr>
              <a:t>The </a:t>
            </a:r>
            <a:r>
              <a:rPr lang="en-GB" sz="2000" dirty="0">
                <a:solidFill>
                  <a:srgbClr val="FF6600"/>
                </a:solidFill>
                <a:cs typeface="Times New Roman" pitchFamily="18" charset="0"/>
              </a:rPr>
              <a:t>data transfer rate</a:t>
            </a:r>
            <a:r>
              <a:rPr lang="en-GB" sz="2000" dirty="0">
                <a:cs typeface="Times New Roman" pitchFamily="18" charset="0"/>
              </a:rPr>
              <a:t> of peripherals is </a:t>
            </a:r>
            <a:r>
              <a:rPr lang="en-GB" sz="2000" dirty="0">
                <a:solidFill>
                  <a:srgbClr val="FF6600"/>
                </a:solidFill>
                <a:cs typeface="Times New Roman" pitchFamily="18" charset="0"/>
              </a:rPr>
              <a:t>far slower</a:t>
            </a:r>
            <a:r>
              <a:rPr lang="en-GB" sz="2000" dirty="0">
                <a:cs typeface="Times New Roman" pitchFamily="18" charset="0"/>
              </a:rPr>
              <a:t> compared to that of the main memory or the CPU. </a:t>
            </a:r>
          </a:p>
          <a:p>
            <a:pPr lvl="1" eaLnBrk="1" hangingPunct="1">
              <a:defRPr/>
            </a:pPr>
            <a:endParaRPr lang="en-GB" sz="1000" dirty="0"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GB" sz="2300" dirty="0">
                <a:cs typeface="Times New Roman" pitchFamily="18" charset="0"/>
              </a:rPr>
              <a:t>I/O Unit is needed to coordinate the difference stated above. </a:t>
            </a:r>
            <a:endParaRPr lang="en-GB" sz="2300" dirty="0"/>
          </a:p>
        </p:txBody>
      </p:sp>
      <p:sp>
        <p:nvSpPr>
          <p:cNvPr id="361474" name="Text Box 4">
            <a:extLst>
              <a:ext uri="{FF2B5EF4-FFF2-40B4-BE49-F238E27FC236}">
                <a16:creationId xmlns:a16="http://schemas.microsoft.com/office/drawing/2014/main" id="{F7126EA7-CBF2-44D2-A99D-F3E931315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643413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F32427ED-685C-4A72-BEA9-51982BD0E700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361475" name="Title 4">
            <a:extLst>
              <a:ext uri="{FF2B5EF4-FFF2-40B4-BE49-F238E27FC236}">
                <a16:creationId xmlns:a16="http://schemas.microsoft.com/office/drawing/2014/main" id="{E39ADB87-CFD2-46DA-9794-092B53A34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cs typeface="Times New Roman" panose="02020603050405020304" pitchFamily="18" charset="0"/>
              </a:rPr>
              <a:t>5.1)  Input/Output Unit/Module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7" name="Rectangle 2">
            <a:extLst>
              <a:ext uri="{FF2B5EF4-FFF2-40B4-BE49-F238E27FC236}">
                <a16:creationId xmlns:a16="http://schemas.microsoft.com/office/drawing/2014/main" id="{0823E149-9905-4816-815D-CBA59549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Input/Output Problems</a:t>
            </a:r>
          </a:p>
        </p:txBody>
      </p:sp>
      <p:sp>
        <p:nvSpPr>
          <p:cNvPr id="362498" name="Rectangle 3">
            <a:extLst>
              <a:ext uri="{FF2B5EF4-FFF2-40B4-BE49-F238E27FC236}">
                <a16:creationId xmlns:a16="http://schemas.microsoft.com/office/drawing/2014/main" id="{E854051D-2229-4611-8306-771616522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US" altLang="en-US"/>
              <a:t>Wide variety of peripherals</a:t>
            </a:r>
          </a:p>
          <a:p>
            <a:pPr lvl="1" eaLnBrk="1" hangingPunct="1"/>
            <a:r>
              <a:rPr lang="en-US" altLang="en-US"/>
              <a:t>Delivering different amounts of data</a:t>
            </a:r>
          </a:p>
          <a:p>
            <a:pPr lvl="1" eaLnBrk="1" hangingPunct="1"/>
            <a:r>
              <a:rPr lang="en-US" altLang="en-US"/>
              <a:t>At different speeds</a:t>
            </a:r>
          </a:p>
          <a:p>
            <a:pPr lvl="1" eaLnBrk="1" hangingPunct="1"/>
            <a:r>
              <a:rPr lang="en-US" altLang="en-US"/>
              <a:t>In different formats</a:t>
            </a:r>
          </a:p>
          <a:p>
            <a:pPr eaLnBrk="1" hangingPunct="1"/>
            <a:r>
              <a:rPr lang="en-US" altLang="en-US"/>
              <a:t>All slower than CPU and RAM</a:t>
            </a:r>
          </a:p>
          <a:p>
            <a:pPr eaLnBrk="1" hangingPunct="1"/>
            <a:r>
              <a:rPr lang="en-US" altLang="en-US"/>
              <a:t>Need I/O modules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5" name="Rectangle 2">
            <a:extLst>
              <a:ext uri="{FF2B5EF4-FFF2-40B4-BE49-F238E27FC236}">
                <a16:creationId xmlns:a16="http://schemas.microsoft.com/office/drawing/2014/main" id="{D205B373-60F8-4D22-B009-B36326D42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Input/Output Module</a:t>
            </a:r>
          </a:p>
        </p:txBody>
      </p:sp>
      <p:sp>
        <p:nvSpPr>
          <p:cNvPr id="364546" name="Rectangle 3">
            <a:extLst>
              <a:ext uri="{FF2B5EF4-FFF2-40B4-BE49-F238E27FC236}">
                <a16:creationId xmlns:a16="http://schemas.microsoft.com/office/drawing/2014/main" id="{9AF2D659-836D-4FDF-9B7D-65D4EBF48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US" altLang="en-US"/>
              <a:t>Interface to CPU and Memory</a:t>
            </a:r>
          </a:p>
          <a:p>
            <a:pPr eaLnBrk="1" hangingPunct="1"/>
            <a:r>
              <a:rPr lang="en-US" altLang="en-US"/>
              <a:t>Interface to one or more peripherals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3" name="Rectangle 39">
            <a:extLst>
              <a:ext uri="{FF2B5EF4-FFF2-40B4-BE49-F238E27FC236}">
                <a16:creationId xmlns:a16="http://schemas.microsoft.com/office/drawing/2014/main" id="{CC5FB871-A5AC-41BA-9F23-C3CCEEE41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762000"/>
            <a:ext cx="40386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en-GB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Generic model of  I/O Module </a:t>
            </a:r>
          </a:p>
        </p:txBody>
      </p:sp>
      <p:sp>
        <p:nvSpPr>
          <p:cNvPr id="366594" name="Text Box 40">
            <a:extLst>
              <a:ext uri="{FF2B5EF4-FFF2-40B4-BE49-F238E27FC236}">
                <a16:creationId xmlns:a16="http://schemas.microsoft.com/office/drawing/2014/main" id="{1F96F710-F6D1-402F-AC34-699F8D964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525" y="25558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66595" name="Text Box 41">
            <a:extLst>
              <a:ext uri="{FF2B5EF4-FFF2-40B4-BE49-F238E27FC236}">
                <a16:creationId xmlns:a16="http://schemas.microsoft.com/office/drawing/2014/main" id="{45ED6ACC-388D-4D8A-AE21-F916D60B7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953000"/>
            <a:ext cx="82296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5613" indent="-455613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GB" altLang="en-US" sz="1800"/>
              <a:t>An external device attaches to the computer by a link to an I/O module.</a:t>
            </a:r>
          </a:p>
          <a:p>
            <a:pPr eaLnBrk="1" hangingPunct="1">
              <a:buFontTx/>
              <a:buChar char="•"/>
            </a:pPr>
            <a:r>
              <a:rPr lang="en-GB" altLang="en-US" sz="1800"/>
              <a:t>The link is used to exchange control, status and data between the I/O module and the external device.</a:t>
            </a:r>
          </a:p>
        </p:txBody>
      </p:sp>
      <p:pic>
        <p:nvPicPr>
          <p:cNvPr id="366596" name="Picture 43">
            <a:extLst>
              <a:ext uri="{FF2B5EF4-FFF2-40B4-BE49-F238E27FC236}">
                <a16:creationId xmlns:a16="http://schemas.microsoft.com/office/drawing/2014/main" id="{022FE08D-501F-4518-A190-F2ECC3F62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8" t="16350" r="10925" b="21777"/>
          <a:stretch>
            <a:fillRect/>
          </a:stretch>
        </p:blipFill>
        <p:spPr bwMode="auto">
          <a:xfrm>
            <a:off x="2971800" y="1352550"/>
            <a:ext cx="3657600" cy="350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66597" name="Text Box 44">
            <a:extLst>
              <a:ext uri="{FF2B5EF4-FFF2-40B4-BE49-F238E27FC236}">
                <a16:creationId xmlns:a16="http://schemas.microsoft.com/office/drawing/2014/main" id="{EF906EEA-0718-4260-B1D4-7D45AA6E2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643413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ABE5A4C7-6CAB-447A-A1DF-F673C5393C6C}" type="slidenum">
              <a:rPr lang="en-US" altLang="en-US" sz="1200"/>
              <a:pPr/>
              <a:t>6</a:t>
            </a:fld>
            <a:endParaRPr lang="en-US" alt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617" name="Picture 3">
            <a:extLst>
              <a:ext uri="{FF2B5EF4-FFF2-40B4-BE49-F238E27FC236}">
                <a16:creationId xmlns:a16="http://schemas.microsoft.com/office/drawing/2014/main" id="{49EA7649-E364-4920-89EC-520ABBF32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6" t="13445" r="9837" b="23286"/>
          <a:stretch>
            <a:fillRect/>
          </a:stretch>
        </p:blipFill>
        <p:spPr bwMode="auto">
          <a:xfrm>
            <a:off x="1295400" y="1371600"/>
            <a:ext cx="7467600" cy="442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67618" name="Text Box 4">
            <a:extLst>
              <a:ext uri="{FF2B5EF4-FFF2-40B4-BE49-F238E27FC236}">
                <a16:creationId xmlns:a16="http://schemas.microsoft.com/office/drawing/2014/main" id="{C14C04AB-A390-47C7-B2E8-C88DDA838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643413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944C8B74-417B-4E63-ADD6-F25C32FBBD04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367619" name="AutoShape 5">
            <a:extLst>
              <a:ext uri="{FF2B5EF4-FFF2-40B4-BE49-F238E27FC236}">
                <a16:creationId xmlns:a16="http://schemas.microsoft.com/office/drawing/2014/main" id="{A3BE5B11-4A03-463F-9421-C23BC9E27015}"/>
              </a:ext>
            </a:extLst>
          </p:cNvPr>
          <p:cNvSpPr>
            <a:spLocks/>
          </p:cNvSpPr>
          <p:nvPr/>
        </p:nvSpPr>
        <p:spPr bwMode="auto">
          <a:xfrm>
            <a:off x="1143000" y="2362200"/>
            <a:ext cx="152400" cy="3352800"/>
          </a:xfrm>
          <a:prstGeom prst="leftBracket">
            <a:avLst>
              <a:gd name="adj" fmla="val 183333"/>
            </a:avLst>
          </a:prstGeom>
          <a:noFill/>
          <a:ln w="952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67620" name="Text Box 6">
            <a:extLst>
              <a:ext uri="{FF2B5EF4-FFF2-40B4-BE49-F238E27FC236}">
                <a16:creationId xmlns:a16="http://schemas.microsoft.com/office/drawing/2014/main" id="{F4E72B95-B1D9-4344-930B-0A2F92145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3819525"/>
            <a:ext cx="9302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US" altLang="en-US" sz="1400">
                <a:solidFill>
                  <a:srgbClr val="FF6600"/>
                </a:solidFill>
              </a:rPr>
              <a:t>System bus lines</a:t>
            </a:r>
          </a:p>
        </p:txBody>
      </p:sp>
      <p:sp>
        <p:nvSpPr>
          <p:cNvPr id="367621" name="AutoShape 7">
            <a:extLst>
              <a:ext uri="{FF2B5EF4-FFF2-40B4-BE49-F238E27FC236}">
                <a16:creationId xmlns:a16="http://schemas.microsoft.com/office/drawing/2014/main" id="{968A13AB-4B2A-4041-B9FC-02EF9EA35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447800"/>
            <a:ext cx="1600200" cy="381000"/>
          </a:xfrm>
          <a:prstGeom prst="wedgeRectCallout">
            <a:avLst>
              <a:gd name="adj1" fmla="val -13593"/>
              <a:gd name="adj2" fmla="val 275000"/>
            </a:avLst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/>
            <a:r>
              <a:rPr lang="en-US" altLang="en-US" sz="1400"/>
              <a:t>To buffer data</a:t>
            </a:r>
          </a:p>
        </p:txBody>
      </p:sp>
      <p:sp>
        <p:nvSpPr>
          <p:cNvPr id="367622" name="AutoShape 8">
            <a:extLst>
              <a:ext uri="{FF2B5EF4-FFF2-40B4-BE49-F238E27FC236}">
                <a16:creationId xmlns:a16="http://schemas.microsoft.com/office/drawing/2014/main" id="{1BAA3544-AAAE-4FCC-AAC9-26C761C64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447800"/>
            <a:ext cx="1676400" cy="990600"/>
          </a:xfrm>
          <a:prstGeom prst="wedgeRectCallout">
            <a:avLst>
              <a:gd name="adj1" fmla="val 100759"/>
              <a:gd name="adj2" fmla="val 138944"/>
            </a:avLst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/>
            <a:r>
              <a:rPr lang="en-US" altLang="en-US" sz="1400"/>
              <a:t>To accept detailed control information from the CPU</a:t>
            </a:r>
          </a:p>
        </p:txBody>
      </p:sp>
      <p:sp>
        <p:nvSpPr>
          <p:cNvPr id="367623" name="AutoShape 10">
            <a:extLst>
              <a:ext uri="{FF2B5EF4-FFF2-40B4-BE49-F238E27FC236}">
                <a16:creationId xmlns:a16="http://schemas.microsoft.com/office/drawing/2014/main" id="{F34EADEF-411C-47D6-BF90-81C48658C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867400"/>
            <a:ext cx="2209800" cy="533400"/>
          </a:xfrm>
          <a:prstGeom prst="wedgeRectCallout">
            <a:avLst>
              <a:gd name="adj1" fmla="val -17528"/>
              <a:gd name="adj2" fmla="val -131250"/>
            </a:avLst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/>
            <a:r>
              <a:rPr lang="en-US" altLang="en-US" sz="1400"/>
              <a:t>Interface with the device that it controls</a:t>
            </a:r>
          </a:p>
        </p:txBody>
      </p:sp>
      <p:sp>
        <p:nvSpPr>
          <p:cNvPr id="367624" name="Title 9">
            <a:extLst>
              <a:ext uri="{FF2B5EF4-FFF2-40B4-BE49-F238E27FC236}">
                <a16:creationId xmlns:a16="http://schemas.microsoft.com/office/drawing/2014/main" id="{0C0266CD-6087-4EBD-8A06-27B995C2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I/O Module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02DA489-71D0-4FF0-8DED-8F91E51918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0"/>
            <a:ext cx="2895600" cy="99536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Modules</a:t>
            </a:r>
          </a:p>
        </p:txBody>
      </p:sp>
      <p:sp>
        <p:nvSpPr>
          <p:cNvPr id="369666" name="Text Placeholder 4">
            <a:extLst>
              <a:ext uri="{FF2B5EF4-FFF2-40B4-BE49-F238E27FC236}">
                <a16:creationId xmlns:a16="http://schemas.microsoft.com/office/drawing/2014/main" id="{8FD73B6E-C905-4D53-B709-F96BEC7F90FE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304800" y="838200"/>
            <a:ext cx="3733800" cy="7747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400"/>
              <a:t>Module Function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2578B41-F877-47C3-BE18-57E44D07E890}"/>
              </a:ext>
            </a:extLst>
          </p:cNvPr>
          <p:cNvPicPr>
            <a:picLocks noGrp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-50800"/>
            <a:ext cx="9156700" cy="7010400"/>
          </a:xfrm>
        </p:spPr>
      </p:pic>
    </p:spTree>
  </p:cSld>
  <p:clrMapOvr>
    <a:masterClrMapping/>
  </p:clrMapOvr>
  <p:transition spd="med">
    <p:wheel spokes="2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3" name="Rectangle 2">
            <a:extLst>
              <a:ext uri="{FF2B5EF4-FFF2-40B4-BE49-F238E27FC236}">
                <a16:creationId xmlns:a16="http://schemas.microsoft.com/office/drawing/2014/main" id="{EB911F7A-8401-4844-A13A-3228E7B62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I/O Steps</a:t>
            </a:r>
          </a:p>
        </p:txBody>
      </p:sp>
      <p:sp>
        <p:nvSpPr>
          <p:cNvPr id="371714" name="Rectangle 3">
            <a:extLst>
              <a:ext uri="{FF2B5EF4-FFF2-40B4-BE49-F238E27FC236}">
                <a16:creationId xmlns:a16="http://schemas.microsoft.com/office/drawing/2014/main" id="{898D67B5-04F3-4BE8-93BA-6EDA9FED7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US" altLang="en-US"/>
              <a:t>CPU checks I/O module device status</a:t>
            </a:r>
          </a:p>
          <a:p>
            <a:pPr eaLnBrk="1" hangingPunct="1"/>
            <a:r>
              <a:rPr lang="en-US" altLang="en-US"/>
              <a:t>I/O module returns status</a:t>
            </a:r>
          </a:p>
          <a:p>
            <a:pPr eaLnBrk="1" hangingPunct="1"/>
            <a:r>
              <a:rPr lang="en-US" altLang="en-US"/>
              <a:t>If ready, CPU requests data transfer</a:t>
            </a:r>
          </a:p>
          <a:p>
            <a:pPr eaLnBrk="1" hangingPunct="1"/>
            <a:r>
              <a:rPr lang="en-US" altLang="en-US"/>
              <a:t>I/O module gets data from device</a:t>
            </a:r>
          </a:p>
          <a:p>
            <a:pPr eaLnBrk="1" hangingPunct="1"/>
            <a:r>
              <a:rPr lang="en-US" altLang="en-US"/>
              <a:t>I/O module transfers data to CPU</a:t>
            </a:r>
          </a:p>
          <a:p>
            <a:pPr eaLnBrk="1" hangingPunct="1"/>
            <a:r>
              <a:rPr lang="en-US" altLang="en-US"/>
              <a:t>Variations for output, DMA, etc.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1" name="Rectangle 2">
            <a:extLst>
              <a:ext uri="{FF2B5EF4-FFF2-40B4-BE49-F238E27FC236}">
                <a16:creationId xmlns:a16="http://schemas.microsoft.com/office/drawing/2014/main" id="{34C95C62-74EE-467F-9398-EC31E164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I/O Module Decisions</a:t>
            </a:r>
          </a:p>
        </p:txBody>
      </p:sp>
      <p:sp>
        <p:nvSpPr>
          <p:cNvPr id="373762" name="Rectangle 3">
            <a:extLst>
              <a:ext uri="{FF2B5EF4-FFF2-40B4-BE49-F238E27FC236}">
                <a16:creationId xmlns:a16="http://schemas.microsoft.com/office/drawing/2014/main" id="{0FC4D02C-FD17-438C-94BD-54918084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US" altLang="en-US"/>
              <a:t>Hide or reveal device properties to CPU</a:t>
            </a:r>
          </a:p>
          <a:p>
            <a:pPr eaLnBrk="1" hangingPunct="1"/>
            <a:r>
              <a:rPr lang="en-US" altLang="en-US"/>
              <a:t>Support multiple or single device</a:t>
            </a:r>
          </a:p>
          <a:p>
            <a:pPr eaLnBrk="1" hangingPunct="1"/>
            <a:r>
              <a:rPr lang="en-US" altLang="en-US"/>
              <a:t>Control device functions or leave for CPU</a:t>
            </a:r>
          </a:p>
          <a:p>
            <a:pPr eaLnBrk="1" hangingPunct="1"/>
            <a:r>
              <a:rPr lang="en-US" altLang="en-US"/>
              <a:t>Also O/S decisions</a:t>
            </a:r>
          </a:p>
          <a:p>
            <a:pPr lvl="1" eaLnBrk="1" hangingPunct="1"/>
            <a:r>
              <a:rPr lang="en-US" altLang="en-US"/>
              <a:t>e.g. Unix treats everything it can as a file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09" name="Rectangle 3">
            <a:extLst>
              <a:ext uri="{FF2B5EF4-FFF2-40B4-BE49-F238E27FC236}">
                <a16:creationId xmlns:a16="http://schemas.microsoft.com/office/drawing/2014/main" id="{72EFFE50-E481-4EF9-BFA2-C2119508F69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3400" y="1447800"/>
            <a:ext cx="7924800" cy="4419600"/>
          </a:xfrm>
        </p:spPr>
        <p:txBody>
          <a:bodyPr/>
          <a:lstStyle/>
          <a:p>
            <a:pPr eaLnBrk="1" hangingPunct="1"/>
            <a:r>
              <a:rPr lang="en-GB" altLang="en-US" sz="2400">
                <a:cs typeface="Times New Roman" panose="02020603050405020304" pitchFamily="18" charset="0"/>
              </a:rPr>
              <a:t>Connected to the computer system through I/O unit</a:t>
            </a:r>
          </a:p>
          <a:p>
            <a:pPr eaLnBrk="1" hangingPunct="1"/>
            <a:r>
              <a:rPr lang="en-GB" altLang="en-US" sz="2400">
                <a:cs typeface="Times New Roman" panose="02020603050405020304" pitchFamily="18" charset="0"/>
              </a:rPr>
              <a:t>Can broadly classify into three categories:</a:t>
            </a:r>
          </a:p>
          <a:p>
            <a:pPr lvl="1" eaLnBrk="1" hangingPunct="1"/>
            <a:r>
              <a:rPr lang="en-GB" altLang="en-US" sz="2000">
                <a:cs typeface="Times New Roman" panose="02020603050405020304" pitchFamily="18" charset="0"/>
              </a:rPr>
              <a:t>Human readable</a:t>
            </a:r>
          </a:p>
          <a:p>
            <a:pPr lvl="2" eaLnBrk="1" hangingPunct="1"/>
            <a:r>
              <a:rPr lang="en-GB" altLang="en-US" sz="1800">
                <a:cs typeface="Times New Roman" panose="02020603050405020304" pitchFamily="18" charset="0"/>
              </a:rPr>
              <a:t>Suitable for communicating with the computer user</a:t>
            </a:r>
          </a:p>
          <a:p>
            <a:pPr lvl="2" eaLnBrk="1" hangingPunct="1"/>
            <a:r>
              <a:rPr lang="en-GB" altLang="en-US" sz="1800">
                <a:cs typeface="Times New Roman" panose="02020603050405020304" pitchFamily="18" charset="0"/>
              </a:rPr>
              <a:t>Example: VDT, printer etc.</a:t>
            </a:r>
          </a:p>
          <a:p>
            <a:pPr lvl="1" eaLnBrk="1" hangingPunct="1"/>
            <a:r>
              <a:rPr lang="en-GB" altLang="en-US" sz="2000">
                <a:cs typeface="Times New Roman" panose="02020603050405020304" pitchFamily="18" charset="0"/>
              </a:rPr>
              <a:t>Machine readable</a:t>
            </a:r>
          </a:p>
          <a:p>
            <a:pPr lvl="2" eaLnBrk="1" hangingPunct="1"/>
            <a:r>
              <a:rPr lang="en-GB" altLang="en-US" sz="1800">
                <a:cs typeface="Times New Roman" panose="02020603050405020304" pitchFamily="18" charset="0"/>
              </a:rPr>
              <a:t>Suitable for communicating with equipment</a:t>
            </a:r>
          </a:p>
          <a:p>
            <a:pPr lvl="2" eaLnBrk="1" hangingPunct="1"/>
            <a:r>
              <a:rPr lang="en-GB" altLang="en-US" sz="1800">
                <a:cs typeface="Times New Roman" panose="02020603050405020304" pitchFamily="18" charset="0"/>
              </a:rPr>
              <a:t>Example: disk drive, tape drive, sensor etc.</a:t>
            </a:r>
          </a:p>
          <a:p>
            <a:pPr lvl="1" eaLnBrk="1" hangingPunct="1"/>
            <a:r>
              <a:rPr lang="en-GB" altLang="en-US" sz="2000">
                <a:cs typeface="Times New Roman" panose="02020603050405020304" pitchFamily="18" charset="0"/>
              </a:rPr>
              <a:t>Communication</a:t>
            </a:r>
          </a:p>
          <a:p>
            <a:pPr lvl="2" eaLnBrk="1" hangingPunct="1"/>
            <a:r>
              <a:rPr lang="en-GB" altLang="en-US" sz="1800">
                <a:cs typeface="Times New Roman" panose="02020603050405020304" pitchFamily="18" charset="0"/>
              </a:rPr>
              <a:t>Suitable for communicating with remote devices </a:t>
            </a:r>
            <a:r>
              <a:rPr lang="en-US" altLang="en-US" sz="1800"/>
              <a:t>such as terminal, a machine readable device or another computer</a:t>
            </a:r>
            <a:endParaRPr lang="en-GB" altLang="en-US" sz="1800">
              <a:cs typeface="Times New Roman" panose="02020603050405020304" pitchFamily="18" charset="0"/>
            </a:endParaRPr>
          </a:p>
          <a:p>
            <a:pPr lvl="2" eaLnBrk="1" hangingPunct="1"/>
            <a:r>
              <a:rPr lang="en-GB" altLang="en-US" sz="1800">
                <a:cs typeface="Times New Roman" panose="02020603050405020304" pitchFamily="18" charset="0"/>
              </a:rPr>
              <a:t>Example: modem, NIC etc.</a:t>
            </a:r>
            <a:endParaRPr lang="en-GB" altLang="en-US" sz="1800"/>
          </a:p>
        </p:txBody>
      </p:sp>
      <p:sp>
        <p:nvSpPr>
          <p:cNvPr id="375810" name="Text Box 5">
            <a:extLst>
              <a:ext uri="{FF2B5EF4-FFF2-40B4-BE49-F238E27FC236}">
                <a16:creationId xmlns:a16="http://schemas.microsoft.com/office/drawing/2014/main" id="{B724B318-4D13-4361-B70B-77092AE90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643413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57F6E9EE-FFF8-44D5-8EAC-7FEC083381D3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375811" name="Title 4">
            <a:extLst>
              <a:ext uri="{FF2B5EF4-FFF2-40B4-BE49-F238E27FC236}">
                <a16:creationId xmlns:a16="http://schemas.microsoft.com/office/drawing/2014/main" id="{2805EEF5-05BE-4229-873B-02122301E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5.2) External Devices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3" name="Rectangle 2">
            <a:extLst>
              <a:ext uri="{FF2B5EF4-FFF2-40B4-BE49-F238E27FC236}">
                <a16:creationId xmlns:a16="http://schemas.microsoft.com/office/drawing/2014/main" id="{E197FF45-C159-4AB8-9BC8-95B5E9428FA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3400" y="1295400"/>
            <a:ext cx="71628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>
                <a:cs typeface="Times New Roman" panose="02020603050405020304" pitchFamily="18" charset="0"/>
              </a:rPr>
              <a:t>Based on usage, peripherals can be divided into: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400">
                <a:cs typeface="Times New Roman" panose="02020603050405020304" pitchFamily="18" charset="0"/>
              </a:rPr>
              <a:t>1. Input Device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Devices used to </a:t>
            </a:r>
            <a:r>
              <a:rPr lang="en-GB" altLang="en-US">
                <a:solidFill>
                  <a:srgbClr val="FF6600"/>
                </a:solidFill>
                <a:cs typeface="Times New Roman" panose="02020603050405020304" pitchFamily="18" charset="0"/>
              </a:rPr>
              <a:t>accept input</a:t>
            </a:r>
            <a:r>
              <a:rPr lang="en-GB" altLang="en-US">
                <a:cs typeface="Times New Roman" panose="02020603050405020304" pitchFamily="18" charset="0"/>
              </a:rPr>
              <a:t> only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Example: </a:t>
            </a:r>
            <a:r>
              <a:rPr lang="en-GB" altLang="en-US" i="1">
                <a:cs typeface="Times New Roman" panose="02020603050405020304" pitchFamily="18" charset="0"/>
              </a:rPr>
              <a:t>keyboard, mouse</a:t>
            </a:r>
            <a:r>
              <a:rPr lang="en-GB" altLang="en-US">
                <a:cs typeface="Times New Roman" panose="02020603050405020304" pitchFamily="18" charset="0"/>
              </a:rPr>
              <a:t> etc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400">
                <a:cs typeface="Times New Roman" panose="02020603050405020304" pitchFamily="18" charset="0"/>
              </a:rPr>
              <a:t>2. Output Device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Devices used only to </a:t>
            </a:r>
            <a:r>
              <a:rPr lang="en-GB" altLang="en-US">
                <a:solidFill>
                  <a:srgbClr val="FF6600"/>
                </a:solidFill>
                <a:cs typeface="Times New Roman" panose="02020603050405020304" pitchFamily="18" charset="0"/>
              </a:rPr>
              <a:t>provide output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Example: </a:t>
            </a:r>
            <a:r>
              <a:rPr lang="en-GB" altLang="en-US" i="1">
                <a:cs typeface="Times New Roman" panose="02020603050405020304" pitchFamily="18" charset="0"/>
              </a:rPr>
              <a:t>printer, VDT</a:t>
            </a:r>
            <a:r>
              <a:rPr lang="en-GB" altLang="en-US">
                <a:cs typeface="Times New Roman" panose="02020603050405020304" pitchFamily="18" charset="0"/>
              </a:rPr>
              <a:t> etc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400">
                <a:cs typeface="Times New Roman" panose="02020603050405020304" pitchFamily="18" charset="0"/>
              </a:rPr>
              <a:t>3. Input and Output Devices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Can be used to </a:t>
            </a:r>
            <a:r>
              <a:rPr lang="en-GB" altLang="en-US">
                <a:solidFill>
                  <a:srgbClr val="FF6600"/>
                </a:solidFill>
                <a:cs typeface="Times New Roman" panose="02020603050405020304" pitchFamily="18" charset="0"/>
              </a:rPr>
              <a:t>accept input and provide output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Example: </a:t>
            </a:r>
            <a:r>
              <a:rPr lang="en-GB" altLang="en-US" i="1">
                <a:cs typeface="Times New Roman" panose="02020603050405020304" pitchFamily="18" charset="0"/>
              </a:rPr>
              <a:t>touch screen, disk drive</a:t>
            </a:r>
            <a:r>
              <a:rPr lang="en-GB" altLang="en-US">
                <a:cs typeface="Times New Roman" panose="02020603050405020304" pitchFamily="18" charset="0"/>
              </a:rPr>
              <a:t> etc</a:t>
            </a:r>
            <a:endParaRPr lang="en-GB" altLang="en-US" sz="1800"/>
          </a:p>
        </p:txBody>
      </p:sp>
      <p:sp>
        <p:nvSpPr>
          <p:cNvPr id="376834" name="Text Box 3">
            <a:extLst>
              <a:ext uri="{FF2B5EF4-FFF2-40B4-BE49-F238E27FC236}">
                <a16:creationId xmlns:a16="http://schemas.microsoft.com/office/drawing/2014/main" id="{3C1A6F9A-FAB6-41D5-8683-4D0435839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643413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908ACF90-9085-4074-9E0C-843980C803D8}" type="slidenum">
              <a:rPr lang="en-US" altLang="en-US" sz="1200"/>
              <a:pPr/>
              <a:t>12</a:t>
            </a:fld>
            <a:endParaRPr lang="en-US" alt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857" name="Picture 3">
            <a:extLst>
              <a:ext uri="{FF2B5EF4-FFF2-40B4-BE49-F238E27FC236}">
                <a16:creationId xmlns:a16="http://schemas.microsoft.com/office/drawing/2014/main" id="{F9FF6C5E-3EA6-4ED4-9771-4F3E67801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8" t="21777" r="18512" b="36266"/>
          <a:stretch>
            <a:fillRect/>
          </a:stretch>
        </p:blipFill>
        <p:spPr bwMode="auto">
          <a:xfrm>
            <a:off x="2133600" y="1447800"/>
            <a:ext cx="5257800" cy="446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77858" name="Text Box 4">
            <a:extLst>
              <a:ext uri="{FF2B5EF4-FFF2-40B4-BE49-F238E27FC236}">
                <a16:creationId xmlns:a16="http://schemas.microsoft.com/office/drawing/2014/main" id="{E56F1826-BD7F-4C44-8C69-F73F51905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643413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1E0A9728-563C-4B35-9290-66FEC2B989A0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106501" name="AutoShape 5">
            <a:extLst>
              <a:ext uri="{FF2B5EF4-FFF2-40B4-BE49-F238E27FC236}">
                <a16:creationId xmlns:a16="http://schemas.microsoft.com/office/drawing/2014/main" id="{03827249-A15B-439A-9FCF-A0E4EEB80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219200"/>
            <a:ext cx="1447800" cy="1447800"/>
          </a:xfrm>
          <a:prstGeom prst="wedgeRectCallout">
            <a:avLst>
              <a:gd name="adj1" fmla="val 80921"/>
              <a:gd name="adj2" fmla="val -10634"/>
            </a:avLst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/>
            <a:r>
              <a:rPr lang="en-US" altLang="en-US" sz="1400"/>
              <a:t>Determine the function that the device will perform (e.g., send data, accept data)</a:t>
            </a:r>
          </a:p>
        </p:txBody>
      </p:sp>
      <p:sp>
        <p:nvSpPr>
          <p:cNvPr id="106503" name="AutoShape 7">
            <a:extLst>
              <a:ext uri="{FF2B5EF4-FFF2-40B4-BE49-F238E27FC236}">
                <a16:creationId xmlns:a16="http://schemas.microsoft.com/office/drawing/2014/main" id="{D7EADE8F-F1A1-4232-9DC5-32A5793C7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28600"/>
            <a:ext cx="1447800" cy="762000"/>
          </a:xfrm>
          <a:prstGeom prst="wedgeRectCallout">
            <a:avLst>
              <a:gd name="adj1" fmla="val -220065"/>
              <a:gd name="adj2" fmla="val 134167"/>
            </a:avLst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/>
            <a:r>
              <a:rPr lang="en-US" altLang="en-US" sz="1400"/>
              <a:t>Indicate the state of the device</a:t>
            </a:r>
          </a:p>
        </p:txBody>
      </p:sp>
      <p:sp>
        <p:nvSpPr>
          <p:cNvPr id="106504" name="AutoShape 8">
            <a:extLst>
              <a:ext uri="{FF2B5EF4-FFF2-40B4-BE49-F238E27FC236}">
                <a16:creationId xmlns:a16="http://schemas.microsoft.com/office/drawing/2014/main" id="{66CE6C29-4135-446D-AC2C-9EAD63EB8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371600"/>
            <a:ext cx="1447800" cy="1219200"/>
          </a:xfrm>
          <a:prstGeom prst="wedgeRectCallout">
            <a:avLst>
              <a:gd name="adj1" fmla="val -102083"/>
              <a:gd name="adj2" fmla="val -25259"/>
            </a:avLst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/>
            <a:r>
              <a:rPr lang="en-US" altLang="en-US" sz="1400"/>
              <a:t>Data (in a form of a set of bits) to be sent to or received </a:t>
            </a:r>
          </a:p>
        </p:txBody>
      </p:sp>
      <p:sp>
        <p:nvSpPr>
          <p:cNvPr id="106505" name="AutoShape 9">
            <a:extLst>
              <a:ext uri="{FF2B5EF4-FFF2-40B4-BE49-F238E27FC236}">
                <a16:creationId xmlns:a16="http://schemas.microsoft.com/office/drawing/2014/main" id="{AA174D77-9073-45F5-A96F-AD7DBD209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200400"/>
            <a:ext cx="1447800" cy="1447800"/>
          </a:xfrm>
          <a:prstGeom prst="wedgeRectCallout">
            <a:avLst>
              <a:gd name="adj1" fmla="val 138926"/>
              <a:gd name="adj2" fmla="val -43204"/>
            </a:avLst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/>
            <a:r>
              <a:rPr lang="en-US" altLang="en-US" sz="1400"/>
              <a:t>controls the device’s operation in response to direction from I/0 module</a:t>
            </a:r>
          </a:p>
        </p:txBody>
      </p:sp>
      <p:sp>
        <p:nvSpPr>
          <p:cNvPr id="106506" name="AutoShape 10">
            <a:extLst>
              <a:ext uri="{FF2B5EF4-FFF2-40B4-BE49-F238E27FC236}">
                <a16:creationId xmlns:a16="http://schemas.microsoft.com/office/drawing/2014/main" id="{199A5DE5-9379-4EA2-88D9-1E60928DB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800600"/>
            <a:ext cx="1752600" cy="1600200"/>
          </a:xfrm>
          <a:prstGeom prst="wedgeRectCallout">
            <a:avLst>
              <a:gd name="adj1" fmla="val 205708"/>
              <a:gd name="adj2" fmla="val -100097"/>
            </a:avLst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/>
            <a:r>
              <a:rPr lang="en-US" altLang="en-US" sz="1400"/>
              <a:t>Converts data from electrical to other forms of energy (output) or from other forms to electrical (input)</a:t>
            </a:r>
          </a:p>
        </p:txBody>
      </p:sp>
      <p:sp>
        <p:nvSpPr>
          <p:cNvPr id="106507" name="AutoShape 11">
            <a:extLst>
              <a:ext uri="{FF2B5EF4-FFF2-40B4-BE49-F238E27FC236}">
                <a16:creationId xmlns:a16="http://schemas.microsoft.com/office/drawing/2014/main" id="{C13840D2-7BD8-4CAC-A24B-42BF48AB3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048000"/>
            <a:ext cx="1524000" cy="1828800"/>
          </a:xfrm>
          <a:prstGeom prst="wedgeRectCallout">
            <a:avLst>
              <a:gd name="adj1" fmla="val -110940"/>
              <a:gd name="adj2" fmla="val -40713"/>
            </a:avLst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/>
            <a:r>
              <a:rPr lang="en-US" altLang="en-US" sz="1400"/>
              <a:t>Temporarily hold data being transferred between the I/O module and external environment</a:t>
            </a:r>
          </a:p>
        </p:txBody>
      </p:sp>
      <p:sp>
        <p:nvSpPr>
          <p:cNvPr id="377865" name="Title 10">
            <a:extLst>
              <a:ext uri="{FF2B5EF4-FFF2-40B4-BE49-F238E27FC236}">
                <a16:creationId xmlns:a16="http://schemas.microsoft.com/office/drawing/2014/main" id="{2C1B5217-8BD4-4A80-B06A-621FB1444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External Device Block Diagram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1" grpId="0" animBg="1" autoUpdateAnimBg="0"/>
      <p:bldP spid="106503" grpId="0" animBg="1" autoUpdateAnimBg="0"/>
      <p:bldP spid="106504" grpId="0" animBg="1" autoUpdateAnimBg="0"/>
      <p:bldP spid="106505" grpId="0" animBg="1" autoUpdateAnimBg="0"/>
      <p:bldP spid="106506" grpId="0" animBg="1" autoUpdateAnimBg="0"/>
      <p:bldP spid="106507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C5D75B9-4324-4DB2-ADD3-579FA67BD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556500" cy="111601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Keyboard/Monitor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A02DE2F-03A4-4633-90D0-838CBE2B964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57200" y="2447925"/>
            <a:ext cx="3770313" cy="4410075"/>
          </a:xfrm>
        </p:spPr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14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Basic unit of exchange is the character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Associated with each character is a code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Each character in this code is represented by a unique 7-bit binary code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128 different characters can be represented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14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Characters are of two types: 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Printable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Alphabetic, numeric, and special characters that can be </a:t>
            </a:r>
            <a:r>
              <a:rPr lang="en-US" sz="17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printed on paper or displayed on a screen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en-US" sz="1857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 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Have to do with controlling the printing or displaying of characters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 is carriage return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Other control characters are concerned with communications procedures</a:t>
            </a:r>
          </a:p>
        </p:txBody>
      </p:sp>
      <p:sp>
        <p:nvSpPr>
          <p:cNvPr id="378883" name="Content Placeholder 5">
            <a:extLst>
              <a:ext uri="{FF2B5EF4-FFF2-40B4-BE49-F238E27FC236}">
                <a16:creationId xmlns:a16="http://schemas.microsoft.com/office/drawing/2014/main" id="{1BD089A6-5EAB-4855-8D23-09E41D73A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29200" y="2895600"/>
            <a:ext cx="3581400" cy="3657600"/>
          </a:xfrm>
        </p:spPr>
        <p:txBody>
          <a:bodyPr/>
          <a:lstStyle/>
          <a:p>
            <a:pPr eaLnBrk="1" hangingPunct="1">
              <a:spcBef>
                <a:spcPts val="1400"/>
              </a:spcBef>
            </a:pPr>
            <a:r>
              <a:rPr lang="en-US" altLang="en-US" sz="1300"/>
              <a:t>When the user depresses a key it generates an electronic signal that is interpreted by the transducer in the keyboard and translated into the bit pattern of the corresponding IRA code</a:t>
            </a:r>
          </a:p>
          <a:p>
            <a:pPr eaLnBrk="1" hangingPunct="1">
              <a:spcBef>
                <a:spcPts val="1400"/>
              </a:spcBef>
            </a:pPr>
            <a:r>
              <a:rPr lang="en-US" altLang="en-US" sz="1300"/>
              <a:t>This bit pattern is transmitted to the I/O module in the computer</a:t>
            </a:r>
          </a:p>
          <a:p>
            <a:pPr eaLnBrk="1" hangingPunct="1">
              <a:spcBef>
                <a:spcPts val="1400"/>
              </a:spcBef>
            </a:pPr>
            <a:r>
              <a:rPr lang="en-US" altLang="en-US" sz="1300"/>
              <a:t>On output, IRA code characters are transmitted to an external device from the I/O module</a:t>
            </a:r>
          </a:p>
          <a:p>
            <a:pPr eaLnBrk="1" hangingPunct="1">
              <a:spcBef>
                <a:spcPts val="1400"/>
              </a:spcBef>
            </a:pPr>
            <a:r>
              <a:rPr lang="en-US" altLang="en-US" sz="1300"/>
              <a:t>The transducer interprets the code and sends the required electronic signals to the output device either to display the indicated character or perform the requested control function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04AC1-DCFB-459A-BF21-7DF5DA044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524000"/>
            <a:ext cx="3657600" cy="793750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International Reference Alphabet (IRA)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06605-EF04-4F72-82D7-499FB57A0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53000" y="2286000"/>
            <a:ext cx="3657600" cy="474663"/>
          </a:xfrm>
          <a:solidFill>
            <a:schemeClr val="accent3"/>
          </a:solidFill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Keyboard Codes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A896A4-FBD0-497D-9513-5EB91BE6A8C8}"/>
              </a:ext>
            </a:extLst>
          </p:cNvPr>
          <p:cNvSpPr txBox="1"/>
          <p:nvPr/>
        </p:nvSpPr>
        <p:spPr>
          <a:xfrm>
            <a:off x="5029200" y="228600"/>
            <a:ext cx="3352800" cy="2246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600" indent="-228600" eaLnBrk="1" hangingPunct="1">
              <a:spcBef>
                <a:spcPts val="800"/>
              </a:spcBef>
              <a:buClr>
                <a:srgbClr val="663366"/>
              </a:buClr>
              <a:buSzPct val="75000"/>
              <a:defRPr/>
            </a:pPr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Rockwell"/>
              </a:rPr>
              <a:t>Most common means of computer/user interaction</a:t>
            </a:r>
          </a:p>
          <a:p>
            <a:pPr marL="228600" indent="-228600" eaLnBrk="1" hangingPunct="1">
              <a:spcBef>
                <a:spcPts val="800"/>
              </a:spcBef>
              <a:buClr>
                <a:srgbClr val="663366"/>
              </a:buClr>
              <a:buSzPct val="75000"/>
              <a:defRPr/>
            </a:pPr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Rockwell"/>
              </a:rPr>
              <a:t>User provides input through the keyboard</a:t>
            </a:r>
          </a:p>
          <a:p>
            <a:pPr marL="228600" indent="-228600" eaLnBrk="1" hangingPunct="1">
              <a:spcBef>
                <a:spcPts val="800"/>
              </a:spcBef>
              <a:buClr>
                <a:srgbClr val="663366"/>
              </a:buClr>
              <a:buSzPct val="75000"/>
              <a:defRPr/>
            </a:pPr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Rockwell"/>
              </a:rPr>
              <a:t>The monitor displays data provided by the computer</a:t>
            </a:r>
          </a:p>
          <a:p>
            <a:pPr>
              <a:defRPr/>
            </a:pPr>
            <a:endParaRPr lang="en-US" sz="2400" dirty="0">
              <a:solidFill>
                <a:prstClr val="black"/>
              </a:solidFill>
              <a:latin typeface="Times New Roman" pitchFamily="-110" charset="0"/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3612D378-A811-40AC-BB05-832F0704A00D}"/>
              </a:ext>
            </a:extLst>
          </p:cNvPr>
          <p:cNvSpPr/>
          <p:nvPr/>
        </p:nvSpPr>
        <p:spPr>
          <a:xfrm>
            <a:off x="4800600" y="228600"/>
            <a:ext cx="228600" cy="1752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24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29" name="Rectangle 2">
            <a:extLst>
              <a:ext uri="{FF2B5EF4-FFF2-40B4-BE49-F238E27FC236}">
                <a16:creationId xmlns:a16="http://schemas.microsoft.com/office/drawing/2014/main" id="{74BAECA2-E4A1-4A81-8502-AEA91EF98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Typical I/O Data Rates</a:t>
            </a:r>
          </a:p>
        </p:txBody>
      </p:sp>
      <p:pic>
        <p:nvPicPr>
          <p:cNvPr id="380930" name="Picture 3">
            <a:extLst>
              <a:ext uri="{FF2B5EF4-FFF2-40B4-BE49-F238E27FC236}">
                <a16:creationId xmlns:a16="http://schemas.microsoft.com/office/drawing/2014/main" id="{94AC6D62-0AF7-4116-AF80-1938F542D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" t="11589" r="7143" b="14397"/>
          <a:stretch>
            <a:fillRect/>
          </a:stretch>
        </p:blipFill>
        <p:spPr bwMode="auto">
          <a:xfrm>
            <a:off x="457200" y="1219200"/>
            <a:ext cx="7543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3" name="Rectangle 3">
            <a:extLst>
              <a:ext uri="{FF2B5EF4-FFF2-40B4-BE49-F238E27FC236}">
                <a16:creationId xmlns:a16="http://schemas.microsoft.com/office/drawing/2014/main" id="{0F61CA0C-0EAB-40E4-8765-FEB928AEE2E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3400" y="1295400"/>
            <a:ext cx="74676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I/O Operations – the operation of </a:t>
            </a:r>
            <a:r>
              <a:rPr lang="en-GB" altLang="en-US">
                <a:solidFill>
                  <a:srgbClr val="FF6600"/>
                </a:solidFill>
                <a:cs typeface="Times New Roman" panose="02020603050405020304" pitchFamily="18" charset="0"/>
              </a:rPr>
              <a:t>inserting</a:t>
            </a:r>
            <a:r>
              <a:rPr lang="en-GB" altLang="en-US">
                <a:cs typeface="Times New Roman" panose="02020603050405020304" pitchFamily="18" charset="0"/>
              </a:rPr>
              <a:t> or </a:t>
            </a:r>
            <a:r>
              <a:rPr lang="en-GB" altLang="en-US">
                <a:solidFill>
                  <a:srgbClr val="FF6600"/>
                </a:solidFill>
                <a:cs typeface="Times New Roman" panose="02020603050405020304" pitchFamily="18" charset="0"/>
              </a:rPr>
              <a:t>extracting</a:t>
            </a:r>
            <a:r>
              <a:rPr lang="en-GB" altLang="en-US">
                <a:cs typeface="Times New Roman" panose="02020603050405020304" pitchFamily="18" charset="0"/>
              </a:rPr>
              <a:t> data to/from the computer system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I/O Techniques refers to how I/O operations are executed.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There are 3 ways to perform the I/O operations (I/O Techniques):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Programmed I/O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Interrupt-Driven I/O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Direct Memory Access (DMA)</a:t>
            </a:r>
            <a:endParaRPr lang="en-GB" altLang="en-US"/>
          </a:p>
        </p:txBody>
      </p:sp>
      <p:sp>
        <p:nvSpPr>
          <p:cNvPr id="381954" name="Text Box 4">
            <a:extLst>
              <a:ext uri="{FF2B5EF4-FFF2-40B4-BE49-F238E27FC236}">
                <a16:creationId xmlns:a16="http://schemas.microsoft.com/office/drawing/2014/main" id="{632CD794-EA6E-42E6-9CB9-360DF24F8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643413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053E422D-5E38-4959-BE6A-AED1159EE81B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381955" name="Title 4">
            <a:extLst>
              <a:ext uri="{FF2B5EF4-FFF2-40B4-BE49-F238E27FC236}">
                <a16:creationId xmlns:a16="http://schemas.microsoft.com/office/drawing/2014/main" id="{27B47515-F287-4E08-9444-D15557C6E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cs typeface="Times New Roman" panose="02020603050405020304" pitchFamily="18" charset="0"/>
              </a:rPr>
              <a:t>5.3)  I/O Techniques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977" name="Picture 6">
            <a:extLst>
              <a:ext uri="{FF2B5EF4-FFF2-40B4-BE49-F238E27FC236}">
                <a16:creationId xmlns:a16="http://schemas.microsoft.com/office/drawing/2014/main" id="{9714FAD9-5354-4606-8E75-ED72D4E6B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124200"/>
            <a:ext cx="7762875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3EACCDD-B6D9-4FD5-ADAD-E11968951C0D}"/>
              </a:ext>
            </a:extLst>
          </p:cNvPr>
          <p:cNvSpPr/>
          <p:nvPr/>
        </p:nvSpPr>
        <p:spPr>
          <a:xfrm>
            <a:off x="2679700" y="762000"/>
            <a:ext cx="4227513" cy="1323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4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/>
              </a:rPr>
              <a:t>   </a:t>
            </a:r>
          </a:p>
          <a:p>
            <a:pPr algn="ctr">
              <a:defRPr/>
            </a:pPr>
            <a:r>
              <a:rPr lang="en-US" sz="4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/>
              </a:rPr>
              <a:t>I/O Techniques</a:t>
            </a: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/>
              </a:rPr>
              <a:t> </a:t>
            </a:r>
          </a:p>
        </p:txBody>
      </p:sp>
    </p:spTree>
  </p:cSld>
  <p:clrMapOvr>
    <a:masterClrMapping/>
  </p:clrMapOvr>
  <p:transition spd="med"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5" name="Title 3">
            <a:extLst>
              <a:ext uri="{FF2B5EF4-FFF2-40B4-BE49-F238E27FC236}">
                <a16:creationId xmlns:a16="http://schemas.microsoft.com/office/drawing/2014/main" id="{9E008B7C-2C07-4FD7-A498-68E4D72E0B1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9600" y="228600"/>
            <a:ext cx="5638800" cy="685800"/>
          </a:xfrm>
        </p:spPr>
        <p:txBody>
          <a:bodyPr/>
          <a:lstStyle/>
          <a:p>
            <a:r>
              <a:rPr lang="en-US" altLang="en-US"/>
              <a:t>What is INTERRUPT???</a:t>
            </a:r>
            <a:endParaRPr lang="en-MY" altLang="en-US"/>
          </a:p>
        </p:txBody>
      </p:sp>
      <p:sp>
        <p:nvSpPr>
          <p:cNvPr id="385026" name="Rectangle 6">
            <a:extLst>
              <a:ext uri="{FF2B5EF4-FFF2-40B4-BE49-F238E27FC236}">
                <a16:creationId xmlns:a16="http://schemas.microsoft.com/office/drawing/2014/main" id="{CCFC71C1-8B84-482B-A6E0-7845AEEDD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990600"/>
            <a:ext cx="80200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/>
            <a:r>
              <a:rPr lang="en-MY" altLang="en-US" sz="2400"/>
              <a:t>In </a:t>
            </a:r>
            <a:r>
              <a:rPr lang="en-MY" altLang="en-US" sz="2400">
                <a:hlinkClick r:id="rId2" tooltip="Systems programming"/>
              </a:rPr>
              <a:t>systems programming</a:t>
            </a:r>
            <a:r>
              <a:rPr lang="en-MY" altLang="en-US" sz="2400"/>
              <a:t>, an </a:t>
            </a:r>
            <a:r>
              <a:rPr lang="en-MY" altLang="en-US" sz="2400" b="1"/>
              <a:t>interrupt</a:t>
            </a:r>
            <a:r>
              <a:rPr lang="en-MY" altLang="en-US" sz="2400"/>
              <a:t> is a signal to the </a:t>
            </a:r>
            <a:r>
              <a:rPr lang="en-MY" altLang="en-US" sz="2400">
                <a:hlinkClick r:id="rId3" tooltip="Central processing unit"/>
              </a:rPr>
              <a:t>processor</a:t>
            </a:r>
            <a:r>
              <a:rPr lang="en-MY" altLang="en-US" sz="2400"/>
              <a:t> emitted by hardware or software indicating an event that needs immediate attention. An interrupt alerts the processor to a high-priority condition requiring the interruption of the current code the processor is executing (the current </a:t>
            </a:r>
            <a:r>
              <a:rPr lang="en-MY" altLang="en-US" sz="2400" i="1" u="sng">
                <a:hlinkClick r:id="rId4" tooltip="Thread (computing)"/>
              </a:rPr>
              <a:t>thread</a:t>
            </a:r>
            <a:r>
              <a:rPr lang="en-MY" altLang="en-US" sz="2400"/>
              <a:t>)</a:t>
            </a:r>
          </a:p>
        </p:txBody>
      </p:sp>
      <p:sp>
        <p:nvSpPr>
          <p:cNvPr id="385027" name="Rectangle 7">
            <a:extLst>
              <a:ext uri="{FF2B5EF4-FFF2-40B4-BE49-F238E27FC236}">
                <a16:creationId xmlns:a16="http://schemas.microsoft.com/office/drawing/2014/main" id="{F9D8389B-E013-4BEA-85CA-7D0651EF2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3668713"/>
            <a:ext cx="804227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/>
            <a:r>
              <a:rPr lang="en-MY" altLang="en-US" sz="2400"/>
              <a:t>The processor responds by suspending its current activities, saving its </a:t>
            </a:r>
            <a:r>
              <a:rPr lang="en-MY" altLang="en-US" sz="2400" u="sng">
                <a:hlinkClick r:id="rId5" tooltip="State (computer science)"/>
              </a:rPr>
              <a:t>state</a:t>
            </a:r>
            <a:r>
              <a:rPr lang="en-MY" altLang="en-US" sz="2400"/>
              <a:t>, and executing a small program called an </a:t>
            </a:r>
            <a:r>
              <a:rPr lang="en-MY" altLang="en-US" sz="2400" i="1" u="sng">
                <a:hlinkClick r:id="rId6" tooltip="Interrupt handler"/>
              </a:rPr>
              <a:t>interrupt handler</a:t>
            </a:r>
            <a:r>
              <a:rPr lang="en-MY" altLang="en-US" sz="2400"/>
              <a:t> (or interrupt service routine, ISR) to deal with the event. This interruption is temporary, and after the interrupt handler finishes, the processor resumes execution of the previous thread.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5B947F2-5F41-49AD-85FD-3884B0438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556500" cy="111601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Commands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CCA9556-23ED-4BB6-ADFB-FF22184FFE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7556500" cy="47244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There are four types of I/O commands that an I/O module may receive when it is addressed by a processor:</a:t>
            </a:r>
          </a:p>
          <a:p>
            <a:pPr marL="800100" indent="-173038" eaLnBrk="1" fontAlgn="auto" hangingPunct="1">
              <a:spcAft>
                <a:spcPts val="0"/>
              </a:spcAft>
              <a:buSzPct val="100000"/>
              <a:buFont typeface="+mj-lt"/>
              <a:buAutoNum type="arabicParenR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Control</a:t>
            </a:r>
          </a:p>
          <a:p>
            <a:pPr marL="1028700" lvl="1" indent="-173038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used to activate a peripheral and tell it what to do</a:t>
            </a:r>
          </a:p>
          <a:p>
            <a:pPr marL="800100" indent="-173038" eaLnBrk="1" fontAlgn="auto" hangingPunct="1">
              <a:spcAft>
                <a:spcPts val="0"/>
              </a:spcAft>
              <a:buSzPct val="100000"/>
              <a:buFont typeface="+mj-lt"/>
              <a:buAutoNum type="arabicParenR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Test</a:t>
            </a:r>
          </a:p>
          <a:p>
            <a:pPr marL="1028700" lvl="1" indent="-173038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used to test various status conditions associated with an I/O module and its peripherals</a:t>
            </a:r>
          </a:p>
          <a:p>
            <a:pPr marL="800100" indent="-173038" eaLnBrk="1" fontAlgn="auto" hangingPunct="1">
              <a:spcAft>
                <a:spcPts val="0"/>
              </a:spcAft>
              <a:buSzPct val="100000"/>
              <a:buFont typeface="+mj-lt"/>
              <a:buAutoNum type="arabicParenR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Read</a:t>
            </a:r>
          </a:p>
          <a:p>
            <a:pPr marL="1028700" lvl="1" indent="-173038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causes the I/O module to obtain an item of data from the peripheral and place it in an internal buffer</a:t>
            </a:r>
          </a:p>
          <a:p>
            <a:pPr marL="800100" indent="-173038" eaLnBrk="1" fontAlgn="auto" hangingPunct="1">
              <a:spcAft>
                <a:spcPts val="0"/>
              </a:spcAft>
              <a:buSzPct val="100000"/>
              <a:buFont typeface="+mj-lt"/>
              <a:buAutoNum type="arabicParenR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Write</a:t>
            </a:r>
          </a:p>
          <a:p>
            <a:pPr marL="1028700" lvl="1" indent="-173038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causes the I/O module to take an item of data from the data bus and subsequently transmit that data item to the peripheral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7A94A0BA-A31C-4BA5-B624-0801016645A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019800" y="3124200"/>
            <a:ext cx="3124200" cy="2438400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Techniques 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Input of a 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Block of Data</a:t>
            </a:r>
          </a:p>
        </p:txBody>
      </p:sp>
      <p:pic>
        <p:nvPicPr>
          <p:cNvPr id="388098" name="Picture 3" descr="f4.pdf">
            <a:extLst>
              <a:ext uri="{FF2B5EF4-FFF2-40B4-BE49-F238E27FC236}">
                <a16:creationId xmlns:a16="http://schemas.microsoft.com/office/drawing/2014/main" id="{430C92F7-1029-45CD-B7EE-C1A4069C82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757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heel spokes="2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5" name="Rectangle 2">
            <a:extLst>
              <a:ext uri="{FF2B5EF4-FFF2-40B4-BE49-F238E27FC236}">
                <a16:creationId xmlns:a16="http://schemas.microsoft.com/office/drawing/2014/main" id="{98B91615-5885-40D7-A31D-9019BB28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1. Programmed I/O</a:t>
            </a:r>
          </a:p>
        </p:txBody>
      </p:sp>
      <p:sp>
        <p:nvSpPr>
          <p:cNvPr id="390146" name="Rectangle 3">
            <a:extLst>
              <a:ext uri="{FF2B5EF4-FFF2-40B4-BE49-F238E27FC236}">
                <a16:creationId xmlns:a16="http://schemas.microsoft.com/office/drawing/2014/main" id="{81632841-2192-4357-B2F3-999541090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US" altLang="en-US"/>
              <a:t>CPU has direct control over I/O</a:t>
            </a:r>
          </a:p>
          <a:p>
            <a:pPr lvl="1" eaLnBrk="1" hangingPunct="1"/>
            <a:r>
              <a:rPr lang="en-US" altLang="en-US"/>
              <a:t>Sensing status</a:t>
            </a:r>
          </a:p>
          <a:p>
            <a:pPr lvl="1" eaLnBrk="1" hangingPunct="1"/>
            <a:r>
              <a:rPr lang="en-US" altLang="en-US"/>
              <a:t>Read/write commands</a:t>
            </a:r>
          </a:p>
          <a:p>
            <a:pPr lvl="1" eaLnBrk="1" hangingPunct="1"/>
            <a:r>
              <a:rPr lang="en-US" altLang="en-US"/>
              <a:t>Transferring data</a:t>
            </a:r>
          </a:p>
          <a:p>
            <a:pPr eaLnBrk="1" hangingPunct="1"/>
            <a:r>
              <a:rPr lang="en-US" altLang="en-US"/>
              <a:t>CPU waits for I/O module to complete operation</a:t>
            </a:r>
          </a:p>
          <a:p>
            <a:pPr eaLnBrk="1" hangingPunct="1"/>
            <a:r>
              <a:rPr lang="en-US" altLang="en-US"/>
              <a:t>Wastes CPU time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3" name="Rectangle 2">
            <a:extLst>
              <a:ext uri="{FF2B5EF4-FFF2-40B4-BE49-F238E27FC236}">
                <a16:creationId xmlns:a16="http://schemas.microsoft.com/office/drawing/2014/main" id="{1B0BACE3-491E-4D79-9E3E-E0F957597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Programmed I/O - detail</a:t>
            </a:r>
          </a:p>
        </p:txBody>
      </p:sp>
      <p:sp>
        <p:nvSpPr>
          <p:cNvPr id="392194" name="Rectangle 3">
            <a:extLst>
              <a:ext uri="{FF2B5EF4-FFF2-40B4-BE49-F238E27FC236}">
                <a16:creationId xmlns:a16="http://schemas.microsoft.com/office/drawing/2014/main" id="{5E760FCA-3197-4707-9EB5-D2C648393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US" altLang="en-US"/>
              <a:t>CPU requests I/O operation</a:t>
            </a:r>
          </a:p>
          <a:p>
            <a:pPr eaLnBrk="1" hangingPunct="1"/>
            <a:r>
              <a:rPr lang="en-US" altLang="en-US"/>
              <a:t>I/O module performs operation</a:t>
            </a:r>
          </a:p>
          <a:p>
            <a:pPr eaLnBrk="1" hangingPunct="1"/>
            <a:r>
              <a:rPr lang="en-US" altLang="en-US"/>
              <a:t>I/O module sets status bits</a:t>
            </a:r>
          </a:p>
          <a:p>
            <a:pPr eaLnBrk="1" hangingPunct="1"/>
            <a:r>
              <a:rPr lang="en-US" altLang="en-US"/>
              <a:t>CPU checks status bits periodically</a:t>
            </a:r>
          </a:p>
          <a:p>
            <a:pPr eaLnBrk="1" hangingPunct="1"/>
            <a:r>
              <a:rPr lang="en-US" altLang="en-US"/>
              <a:t>I/O module does not inform CPU directly</a:t>
            </a:r>
          </a:p>
          <a:p>
            <a:pPr eaLnBrk="1" hangingPunct="1"/>
            <a:r>
              <a:rPr lang="en-US" altLang="en-US"/>
              <a:t>I/O module does not interrupt CPU</a:t>
            </a:r>
          </a:p>
          <a:p>
            <a:pPr eaLnBrk="1" hangingPunct="1"/>
            <a:r>
              <a:rPr lang="en-US" altLang="en-US"/>
              <a:t>CPU may wait or come back later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241" name="Group 2">
            <a:extLst>
              <a:ext uri="{FF2B5EF4-FFF2-40B4-BE49-F238E27FC236}">
                <a16:creationId xmlns:a16="http://schemas.microsoft.com/office/drawing/2014/main" id="{667226DB-460F-4D92-9D36-F4A5A74A7970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685800"/>
            <a:ext cx="4800600" cy="5676900"/>
            <a:chOff x="3600" y="5400"/>
            <a:chExt cx="6480" cy="8460"/>
          </a:xfrm>
        </p:grpSpPr>
        <p:grpSp>
          <p:nvGrpSpPr>
            <p:cNvPr id="394245" name="Group 3">
              <a:extLst>
                <a:ext uri="{FF2B5EF4-FFF2-40B4-BE49-F238E27FC236}">
                  <a16:creationId xmlns:a16="http://schemas.microsoft.com/office/drawing/2014/main" id="{CC8E6A75-9BE6-4959-B7A6-261C686959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0" y="6840"/>
              <a:ext cx="1800" cy="1620"/>
              <a:chOff x="4680" y="4860"/>
              <a:chExt cx="1800" cy="1620"/>
            </a:xfrm>
          </p:grpSpPr>
          <p:sp>
            <p:nvSpPr>
              <p:cNvPr id="394289" name="Line 4">
                <a:extLst>
                  <a:ext uri="{FF2B5EF4-FFF2-40B4-BE49-F238E27FC236}">
                    <a16:creationId xmlns:a16="http://schemas.microsoft.com/office/drawing/2014/main" id="{75EE3309-E790-48A1-A93D-AFFB3ACE2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80" y="4860"/>
                <a:ext cx="1800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290" name="Line 5">
                <a:extLst>
                  <a:ext uri="{FF2B5EF4-FFF2-40B4-BE49-F238E27FC236}">
                    <a16:creationId xmlns:a16="http://schemas.microsoft.com/office/drawing/2014/main" id="{432114FC-C5D2-4172-87A1-B7F7B97D11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80" y="4860"/>
                <a:ext cx="0" cy="162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291" name="Line 6">
                <a:extLst>
                  <a:ext uri="{FF2B5EF4-FFF2-40B4-BE49-F238E27FC236}">
                    <a16:creationId xmlns:a16="http://schemas.microsoft.com/office/drawing/2014/main" id="{F8053391-E171-40ED-8125-3BF5C51AF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80" y="6480"/>
                <a:ext cx="1080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94246" name="Group 7">
              <a:extLst>
                <a:ext uri="{FF2B5EF4-FFF2-40B4-BE49-F238E27FC236}">
                  <a16:creationId xmlns:a16="http://schemas.microsoft.com/office/drawing/2014/main" id="{713E7E3D-2D4A-4208-B2DF-66C0AA6A42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5400"/>
              <a:ext cx="6480" cy="8460"/>
              <a:chOff x="4320" y="3420"/>
              <a:chExt cx="6480" cy="8460"/>
            </a:xfrm>
          </p:grpSpPr>
          <p:sp>
            <p:nvSpPr>
              <p:cNvPr id="394247" name="Text Box 8">
                <a:extLst>
                  <a:ext uri="{FF2B5EF4-FFF2-40B4-BE49-F238E27FC236}">
                    <a16:creationId xmlns:a16="http://schemas.microsoft.com/office/drawing/2014/main" id="{8F8910CA-AA4F-41FA-9922-007E4E83FC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0" y="10980"/>
                <a:ext cx="90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r>
                  <a:rPr lang="en-US" altLang="en-US" sz="1400">
                    <a:latin typeface="Times New Roman" panose="02020603050405020304" pitchFamily="18" charset="0"/>
                  </a:rPr>
                  <a:t>Yes</a:t>
                </a:r>
              </a:p>
            </p:txBody>
          </p:sp>
          <p:sp>
            <p:nvSpPr>
              <p:cNvPr id="394248" name="Text Box 9">
                <a:extLst>
                  <a:ext uri="{FF2B5EF4-FFF2-40B4-BE49-F238E27FC236}">
                    <a16:creationId xmlns:a16="http://schemas.microsoft.com/office/drawing/2014/main" id="{1FB34A3B-4A47-4068-82B0-15090F477B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0" y="11340"/>
                <a:ext cx="306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Next Instruction</a:t>
                </a:r>
              </a:p>
            </p:txBody>
          </p:sp>
          <p:grpSp>
            <p:nvGrpSpPr>
              <p:cNvPr id="394249" name="Group 10">
                <a:extLst>
                  <a:ext uri="{FF2B5EF4-FFF2-40B4-BE49-F238E27FC236}">
                    <a16:creationId xmlns:a16="http://schemas.microsoft.com/office/drawing/2014/main" id="{C03D3A07-F86D-4A2B-869F-161870B22F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0" y="3420"/>
                <a:ext cx="6480" cy="7920"/>
                <a:chOff x="4320" y="3420"/>
                <a:chExt cx="6480" cy="7920"/>
              </a:xfrm>
            </p:grpSpPr>
            <p:grpSp>
              <p:nvGrpSpPr>
                <p:cNvPr id="394250" name="Group 11">
                  <a:extLst>
                    <a:ext uri="{FF2B5EF4-FFF2-40B4-BE49-F238E27FC236}">
                      <a16:creationId xmlns:a16="http://schemas.microsoft.com/office/drawing/2014/main" id="{CA08B817-B203-4566-9ED5-F9A230F9B1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20" y="3600"/>
                  <a:ext cx="2160" cy="6840"/>
                  <a:chOff x="4320" y="3600"/>
                  <a:chExt cx="2160" cy="6840"/>
                </a:xfrm>
              </p:grpSpPr>
              <p:sp>
                <p:nvSpPr>
                  <p:cNvPr id="394286" name="Line 12">
                    <a:extLst>
                      <a:ext uri="{FF2B5EF4-FFF2-40B4-BE49-F238E27FC236}">
                        <a16:creationId xmlns:a16="http://schemas.microsoft.com/office/drawing/2014/main" id="{C55B1810-C378-42BE-9C34-A3DDB2375B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320" y="10440"/>
                    <a:ext cx="1440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4287" name="Line 13">
                    <a:extLst>
                      <a:ext uri="{FF2B5EF4-FFF2-40B4-BE49-F238E27FC236}">
                        <a16:creationId xmlns:a16="http://schemas.microsoft.com/office/drawing/2014/main" id="{7C8CD4BB-F180-4878-8874-3273CCF8E1E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20" y="3600"/>
                    <a:ext cx="0" cy="684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4288" name="Line 14">
                    <a:extLst>
                      <a:ext uri="{FF2B5EF4-FFF2-40B4-BE49-F238E27FC236}">
                        <a16:creationId xmlns:a16="http://schemas.microsoft.com/office/drawing/2014/main" id="{D0158A8C-2D05-494B-8AEE-402FBFD7C02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20" y="3600"/>
                    <a:ext cx="2160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94251" name="Group 15">
                  <a:extLst>
                    <a:ext uri="{FF2B5EF4-FFF2-40B4-BE49-F238E27FC236}">
                      <a16:creationId xmlns:a16="http://schemas.microsoft.com/office/drawing/2014/main" id="{FF704FC1-9940-41EA-85D4-5E2D381E59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20" y="3420"/>
                  <a:ext cx="3060" cy="7920"/>
                  <a:chOff x="5220" y="3420"/>
                  <a:chExt cx="3060" cy="7920"/>
                </a:xfrm>
              </p:grpSpPr>
              <p:sp>
                <p:nvSpPr>
                  <p:cNvPr id="394272" name="Text Box 16">
                    <a:extLst>
                      <a:ext uri="{FF2B5EF4-FFF2-40B4-BE49-F238E27FC236}">
                        <a16:creationId xmlns:a16="http://schemas.microsoft.com/office/drawing/2014/main" id="{C1836E33-328E-4B03-BB32-D2AC31BBD30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220" y="3780"/>
                    <a:ext cx="3060" cy="900"/>
                  </a:xfrm>
                  <a:prstGeom prst="rect">
                    <a:avLst/>
                  </a:prstGeom>
                  <a:solidFill>
                    <a:srgbClr val="FFFFFF"/>
                  </a:solidFill>
                  <a:ln w="222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pPr algn="ctr"/>
                    <a:r>
                      <a:rPr lang="en-US" altLang="en-US" sz="1400">
                        <a:latin typeface="Times New Roman" panose="02020603050405020304" pitchFamily="18" charset="0"/>
                      </a:rPr>
                      <a:t>Forward the read instruction to the I/O Module</a:t>
                    </a:r>
                  </a:p>
                </p:txBody>
              </p:sp>
              <p:sp>
                <p:nvSpPr>
                  <p:cNvPr id="394273" name="Text Box 17">
                    <a:extLst>
                      <a:ext uri="{FF2B5EF4-FFF2-40B4-BE49-F238E27FC236}">
                        <a16:creationId xmlns:a16="http://schemas.microsoft.com/office/drawing/2014/main" id="{2F0C103F-9262-4BF0-9824-983D84FEB2B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220" y="5040"/>
                    <a:ext cx="3060" cy="540"/>
                  </a:xfrm>
                  <a:prstGeom prst="rect">
                    <a:avLst/>
                  </a:prstGeom>
                  <a:solidFill>
                    <a:srgbClr val="FFFFFF"/>
                  </a:solidFill>
                  <a:ln w="222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pPr algn="ctr"/>
                    <a:r>
                      <a:rPr lang="en-US" altLang="en-US" sz="1400">
                        <a:latin typeface="Times New Roman" panose="02020603050405020304" pitchFamily="18" charset="0"/>
                      </a:rPr>
                      <a:t>Read the I/O Module status</a:t>
                    </a:r>
                  </a:p>
                </p:txBody>
              </p:sp>
              <p:sp>
                <p:nvSpPr>
                  <p:cNvPr id="394274" name="AutoShape 18">
                    <a:extLst>
                      <a:ext uri="{FF2B5EF4-FFF2-40B4-BE49-F238E27FC236}">
                        <a16:creationId xmlns:a16="http://schemas.microsoft.com/office/drawing/2014/main" id="{9DFBC417-6403-4882-98C7-3D9B22BC7E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760" y="5940"/>
                    <a:ext cx="1800" cy="1080"/>
                  </a:xfrm>
                  <a:prstGeom prst="diamond">
                    <a:avLst/>
                  </a:prstGeom>
                  <a:solidFill>
                    <a:srgbClr val="FFFFFF"/>
                  </a:solidFill>
                  <a:ln w="222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pPr algn="ctr"/>
                    <a:r>
                      <a:rPr lang="en-US" altLang="en-US" sz="1400">
                        <a:latin typeface="Times New Roman" panose="02020603050405020304" pitchFamily="18" charset="0"/>
                      </a:rPr>
                      <a:t>Check Status</a:t>
                    </a:r>
                  </a:p>
                </p:txBody>
              </p:sp>
              <p:sp>
                <p:nvSpPr>
                  <p:cNvPr id="394275" name="Line 19">
                    <a:extLst>
                      <a:ext uri="{FF2B5EF4-FFF2-40B4-BE49-F238E27FC236}">
                        <a16:creationId xmlns:a16="http://schemas.microsoft.com/office/drawing/2014/main" id="{474377CC-BFD4-4028-955F-B07C152BB1E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660" y="4680"/>
                    <a:ext cx="0" cy="36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4276" name="Text Box 20">
                    <a:extLst>
                      <a:ext uri="{FF2B5EF4-FFF2-40B4-BE49-F238E27FC236}">
                        <a16:creationId xmlns:a16="http://schemas.microsoft.com/office/drawing/2014/main" id="{AE363DBF-B09C-4A5D-AE56-784E910CEB1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220" y="7380"/>
                    <a:ext cx="3060" cy="900"/>
                  </a:xfrm>
                  <a:prstGeom prst="rect">
                    <a:avLst/>
                  </a:prstGeom>
                  <a:solidFill>
                    <a:srgbClr val="FFFFFF"/>
                  </a:solidFill>
                  <a:ln w="222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pPr algn="ctr"/>
                    <a:r>
                      <a:rPr lang="en-US" altLang="en-US" sz="1400">
                        <a:latin typeface="Times New Roman" panose="02020603050405020304" pitchFamily="18" charset="0"/>
                      </a:rPr>
                      <a:t>Read word from I/O Module</a:t>
                    </a:r>
                  </a:p>
                </p:txBody>
              </p:sp>
              <p:sp>
                <p:nvSpPr>
                  <p:cNvPr id="394277" name="Text Box 21">
                    <a:extLst>
                      <a:ext uri="{FF2B5EF4-FFF2-40B4-BE49-F238E27FC236}">
                        <a16:creationId xmlns:a16="http://schemas.microsoft.com/office/drawing/2014/main" id="{83D2B0BA-ED44-45FF-AE41-C8CAF7BAB41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220" y="8640"/>
                    <a:ext cx="3060" cy="900"/>
                  </a:xfrm>
                  <a:prstGeom prst="rect">
                    <a:avLst/>
                  </a:prstGeom>
                  <a:solidFill>
                    <a:srgbClr val="FFFFFF"/>
                  </a:solidFill>
                  <a:ln w="222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pPr algn="ctr"/>
                    <a:r>
                      <a:rPr lang="en-US" altLang="en-US" sz="1400">
                        <a:latin typeface="Times New Roman" panose="02020603050405020304" pitchFamily="18" charset="0"/>
                      </a:rPr>
                      <a:t>Write word to memory</a:t>
                    </a:r>
                  </a:p>
                </p:txBody>
              </p:sp>
              <p:sp>
                <p:nvSpPr>
                  <p:cNvPr id="394278" name="AutoShape 22">
                    <a:extLst>
                      <a:ext uri="{FF2B5EF4-FFF2-40B4-BE49-F238E27FC236}">
                        <a16:creationId xmlns:a16="http://schemas.microsoft.com/office/drawing/2014/main" id="{5BF75E69-8AF6-4799-9822-A06E3BC5AA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760" y="9900"/>
                    <a:ext cx="1800" cy="1080"/>
                  </a:xfrm>
                  <a:prstGeom prst="diamond">
                    <a:avLst/>
                  </a:prstGeom>
                  <a:solidFill>
                    <a:srgbClr val="FFFFFF"/>
                  </a:solidFill>
                  <a:ln w="222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pPr algn="ctr"/>
                    <a:r>
                      <a:rPr lang="en-US" altLang="en-US" sz="1400">
                        <a:latin typeface="Times New Roman" panose="02020603050405020304" pitchFamily="18" charset="0"/>
                      </a:rPr>
                      <a:t>Done ?</a:t>
                    </a:r>
                  </a:p>
                </p:txBody>
              </p:sp>
              <p:sp>
                <p:nvSpPr>
                  <p:cNvPr id="394279" name="Line 23">
                    <a:extLst>
                      <a:ext uri="{FF2B5EF4-FFF2-40B4-BE49-F238E27FC236}">
                        <a16:creationId xmlns:a16="http://schemas.microsoft.com/office/drawing/2014/main" id="{5443F663-9A86-4469-8527-430E50FA47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660" y="9540"/>
                    <a:ext cx="0" cy="36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4280" name="Line 24">
                    <a:extLst>
                      <a:ext uri="{FF2B5EF4-FFF2-40B4-BE49-F238E27FC236}">
                        <a16:creationId xmlns:a16="http://schemas.microsoft.com/office/drawing/2014/main" id="{15543D25-E27F-448A-95D6-D0DFDC3890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660" y="8280"/>
                    <a:ext cx="0" cy="36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4281" name="Line 25">
                    <a:extLst>
                      <a:ext uri="{FF2B5EF4-FFF2-40B4-BE49-F238E27FC236}">
                        <a16:creationId xmlns:a16="http://schemas.microsoft.com/office/drawing/2014/main" id="{C442C096-6070-4646-9DB6-474C621540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660" y="7020"/>
                    <a:ext cx="0" cy="36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4282" name="Line 26">
                    <a:extLst>
                      <a:ext uri="{FF2B5EF4-FFF2-40B4-BE49-F238E27FC236}">
                        <a16:creationId xmlns:a16="http://schemas.microsoft.com/office/drawing/2014/main" id="{2A5344DD-6F45-46A8-84E5-EC0D0DCDCF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660" y="5580"/>
                    <a:ext cx="0" cy="36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4283" name="Line 27">
                    <a:extLst>
                      <a:ext uri="{FF2B5EF4-FFF2-40B4-BE49-F238E27FC236}">
                        <a16:creationId xmlns:a16="http://schemas.microsoft.com/office/drawing/2014/main" id="{BD2A6FA5-ED22-4C7E-B3FC-9AD3A11C40B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660" y="3420"/>
                    <a:ext cx="0" cy="36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4284" name="Line 28">
                    <a:extLst>
                      <a:ext uri="{FF2B5EF4-FFF2-40B4-BE49-F238E27FC236}">
                        <a16:creationId xmlns:a16="http://schemas.microsoft.com/office/drawing/2014/main" id="{28C03808-6495-46A4-BD3E-E458837633F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560" y="6480"/>
                    <a:ext cx="540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4285" name="Line 29">
                    <a:extLst>
                      <a:ext uri="{FF2B5EF4-FFF2-40B4-BE49-F238E27FC236}">
                        <a16:creationId xmlns:a16="http://schemas.microsoft.com/office/drawing/2014/main" id="{5E60480B-7424-4957-85D9-CBE8D8F6B9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660" y="10980"/>
                    <a:ext cx="0" cy="36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94252" name="Text Box 30">
                  <a:extLst>
                    <a:ext uri="{FF2B5EF4-FFF2-40B4-BE49-F238E27FC236}">
                      <a16:creationId xmlns:a16="http://schemas.microsoft.com/office/drawing/2014/main" id="{03C07F74-96BB-4221-93BD-0F5ACC7F0A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80" y="5760"/>
                  <a:ext cx="1260" cy="9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r>
                    <a:rPr lang="en-US" altLang="en-US" sz="1400">
                      <a:latin typeface="Times New Roman" panose="02020603050405020304" pitchFamily="18" charset="0"/>
                    </a:rPr>
                    <a:t>Not </a:t>
                  </a:r>
                </a:p>
                <a:p>
                  <a:r>
                    <a:rPr lang="en-US" altLang="en-US" sz="1400">
                      <a:latin typeface="Times New Roman" panose="02020603050405020304" pitchFamily="18" charset="0"/>
                    </a:rPr>
                    <a:t>ready</a:t>
                  </a:r>
                </a:p>
              </p:txBody>
            </p:sp>
            <p:sp>
              <p:nvSpPr>
                <p:cNvPr id="394253" name="Text Box 31">
                  <a:extLst>
                    <a:ext uri="{FF2B5EF4-FFF2-40B4-BE49-F238E27FC236}">
                      <a16:creationId xmlns:a16="http://schemas.microsoft.com/office/drawing/2014/main" id="{13C1E1AC-6B69-4FB3-993C-3905C00713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00" y="10080"/>
                  <a:ext cx="90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r>
                    <a:rPr lang="en-US" altLang="en-US" sz="1400">
                      <a:latin typeface="Times New Roman" panose="02020603050405020304" pitchFamily="18" charset="0"/>
                    </a:rPr>
                    <a:t>No</a:t>
                  </a:r>
                </a:p>
              </p:txBody>
            </p:sp>
            <p:grpSp>
              <p:nvGrpSpPr>
                <p:cNvPr id="394254" name="Group 32">
                  <a:extLst>
                    <a:ext uri="{FF2B5EF4-FFF2-40B4-BE49-F238E27FC236}">
                      <a16:creationId xmlns:a16="http://schemas.microsoft.com/office/drawing/2014/main" id="{4C2C657A-58FD-45C4-B908-157265F1E3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460" y="9000"/>
                  <a:ext cx="2340" cy="540"/>
                  <a:chOff x="8460" y="9000"/>
                  <a:chExt cx="2340" cy="540"/>
                </a:xfrm>
              </p:grpSpPr>
              <p:sp>
                <p:nvSpPr>
                  <p:cNvPr id="394269" name="Text Box 33">
                    <a:extLst>
                      <a:ext uri="{FF2B5EF4-FFF2-40B4-BE49-F238E27FC236}">
                        <a16:creationId xmlns:a16="http://schemas.microsoft.com/office/drawing/2014/main" id="{55E47D54-72DD-47E8-BAC7-354584BF765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60" y="9000"/>
                    <a:ext cx="900" cy="5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22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r>
                      <a:rPr lang="en-US" altLang="en-US" sz="1400">
                        <a:latin typeface="Times New Roman" panose="02020603050405020304" pitchFamily="18" charset="0"/>
                      </a:rPr>
                      <a:t>CPU</a:t>
                    </a:r>
                  </a:p>
                </p:txBody>
              </p:sp>
              <p:sp>
                <p:nvSpPr>
                  <p:cNvPr id="394270" name="Line 34">
                    <a:extLst>
                      <a:ext uri="{FF2B5EF4-FFF2-40B4-BE49-F238E27FC236}">
                        <a16:creationId xmlns:a16="http://schemas.microsoft.com/office/drawing/2014/main" id="{115C1DC7-73A4-4064-AFC0-A680693B5B5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180" y="9180"/>
                    <a:ext cx="540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4271" name="Text Box 35">
                    <a:extLst>
                      <a:ext uri="{FF2B5EF4-FFF2-40B4-BE49-F238E27FC236}">
                        <a16:creationId xmlns:a16="http://schemas.microsoft.com/office/drawing/2014/main" id="{A4C9B4DF-3690-4534-AC5A-72DF9A6B2F9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720" y="9000"/>
                    <a:ext cx="1080" cy="5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22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r>
                      <a:rPr lang="en-US" altLang="en-US" sz="1400">
                        <a:latin typeface="Times New Roman" panose="02020603050405020304" pitchFamily="18" charset="0"/>
                      </a:rPr>
                      <a:t>Memory</a:t>
                    </a:r>
                  </a:p>
                </p:txBody>
              </p:sp>
            </p:grpSp>
            <p:grpSp>
              <p:nvGrpSpPr>
                <p:cNvPr id="394255" name="Group 36">
                  <a:extLst>
                    <a:ext uri="{FF2B5EF4-FFF2-40B4-BE49-F238E27FC236}">
                      <a16:creationId xmlns:a16="http://schemas.microsoft.com/office/drawing/2014/main" id="{7E853B82-304A-4DEC-A868-9652D1919E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460" y="3960"/>
                  <a:ext cx="1980" cy="360"/>
                  <a:chOff x="8460" y="3960"/>
                  <a:chExt cx="1980" cy="360"/>
                </a:xfrm>
              </p:grpSpPr>
              <p:sp>
                <p:nvSpPr>
                  <p:cNvPr id="394266" name="Text Box 37">
                    <a:extLst>
                      <a:ext uri="{FF2B5EF4-FFF2-40B4-BE49-F238E27FC236}">
                        <a16:creationId xmlns:a16="http://schemas.microsoft.com/office/drawing/2014/main" id="{7E16F396-A240-480D-8766-4B5E7A02834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60" y="3960"/>
                    <a:ext cx="90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22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r>
                      <a:rPr lang="en-US" altLang="en-US" sz="1400">
                        <a:latin typeface="Times New Roman" panose="02020603050405020304" pitchFamily="18" charset="0"/>
                      </a:rPr>
                      <a:t>CPU</a:t>
                    </a:r>
                  </a:p>
                </p:txBody>
              </p:sp>
              <p:sp>
                <p:nvSpPr>
                  <p:cNvPr id="394267" name="Line 38">
                    <a:extLst>
                      <a:ext uri="{FF2B5EF4-FFF2-40B4-BE49-F238E27FC236}">
                        <a16:creationId xmlns:a16="http://schemas.microsoft.com/office/drawing/2014/main" id="{3934CFF2-7906-49A8-BCEF-B5B8DBB071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180" y="4140"/>
                    <a:ext cx="540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4268" name="Text Box 39">
                    <a:extLst>
                      <a:ext uri="{FF2B5EF4-FFF2-40B4-BE49-F238E27FC236}">
                        <a16:creationId xmlns:a16="http://schemas.microsoft.com/office/drawing/2014/main" id="{A66617B3-3BCC-43CB-8B65-B8F5647946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720" y="3960"/>
                    <a:ext cx="72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22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r>
                      <a:rPr lang="en-US" altLang="en-US" sz="1400">
                        <a:latin typeface="Times New Roman" panose="02020603050405020304" pitchFamily="18" charset="0"/>
                      </a:rPr>
                      <a:t>I/O</a:t>
                    </a:r>
                  </a:p>
                </p:txBody>
              </p:sp>
            </p:grpSp>
            <p:grpSp>
              <p:nvGrpSpPr>
                <p:cNvPr id="394256" name="Group 40">
                  <a:extLst>
                    <a:ext uri="{FF2B5EF4-FFF2-40B4-BE49-F238E27FC236}">
                      <a16:creationId xmlns:a16="http://schemas.microsoft.com/office/drawing/2014/main" id="{B245EB4C-B4B2-41A1-84E2-72DF98634A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460" y="5220"/>
                  <a:ext cx="2160" cy="360"/>
                  <a:chOff x="8460" y="5220"/>
                  <a:chExt cx="2160" cy="360"/>
                </a:xfrm>
              </p:grpSpPr>
              <p:sp>
                <p:nvSpPr>
                  <p:cNvPr id="394263" name="Text Box 41">
                    <a:extLst>
                      <a:ext uri="{FF2B5EF4-FFF2-40B4-BE49-F238E27FC236}">
                        <a16:creationId xmlns:a16="http://schemas.microsoft.com/office/drawing/2014/main" id="{C66F2E13-65C2-4A2A-8257-B14091FFD94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60" y="5220"/>
                    <a:ext cx="90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22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pPr algn="ctr"/>
                    <a:r>
                      <a:rPr lang="en-US" altLang="en-US" sz="1400">
                        <a:latin typeface="Times New Roman" panose="02020603050405020304" pitchFamily="18" charset="0"/>
                      </a:rPr>
                      <a:t>I/O</a:t>
                    </a:r>
                  </a:p>
                </p:txBody>
              </p:sp>
              <p:sp>
                <p:nvSpPr>
                  <p:cNvPr id="394264" name="Line 42">
                    <a:extLst>
                      <a:ext uri="{FF2B5EF4-FFF2-40B4-BE49-F238E27FC236}">
                        <a16:creationId xmlns:a16="http://schemas.microsoft.com/office/drawing/2014/main" id="{9D13C5F9-6925-40A9-BD3E-9111740927B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180" y="5400"/>
                    <a:ext cx="540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4265" name="Text Box 43">
                    <a:extLst>
                      <a:ext uri="{FF2B5EF4-FFF2-40B4-BE49-F238E27FC236}">
                        <a16:creationId xmlns:a16="http://schemas.microsoft.com/office/drawing/2014/main" id="{1CE888B1-0DA5-4652-B4C2-40F6799E938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720" y="5220"/>
                    <a:ext cx="90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22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r>
                      <a:rPr lang="en-US" altLang="en-US" sz="1400">
                        <a:latin typeface="Times New Roman" panose="02020603050405020304" pitchFamily="18" charset="0"/>
                      </a:rPr>
                      <a:t>CPU</a:t>
                    </a:r>
                  </a:p>
                </p:txBody>
              </p:sp>
            </p:grpSp>
            <p:grpSp>
              <p:nvGrpSpPr>
                <p:cNvPr id="394257" name="Group 44">
                  <a:extLst>
                    <a:ext uri="{FF2B5EF4-FFF2-40B4-BE49-F238E27FC236}">
                      <a16:creationId xmlns:a16="http://schemas.microsoft.com/office/drawing/2014/main" id="{6F34DC5A-E26C-4E20-B82F-98818FE17F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640" y="7560"/>
                  <a:ext cx="2160" cy="360"/>
                  <a:chOff x="8640" y="7560"/>
                  <a:chExt cx="2160" cy="360"/>
                </a:xfrm>
              </p:grpSpPr>
              <p:sp>
                <p:nvSpPr>
                  <p:cNvPr id="394260" name="Text Box 45">
                    <a:extLst>
                      <a:ext uri="{FF2B5EF4-FFF2-40B4-BE49-F238E27FC236}">
                        <a16:creationId xmlns:a16="http://schemas.microsoft.com/office/drawing/2014/main" id="{B43BA5CF-EC70-4671-8076-322D5A4ECA8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40" y="7560"/>
                    <a:ext cx="90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22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pPr algn="ctr"/>
                    <a:r>
                      <a:rPr lang="en-US" altLang="en-US" sz="1400">
                        <a:latin typeface="Times New Roman" panose="02020603050405020304" pitchFamily="18" charset="0"/>
                      </a:rPr>
                      <a:t>I/O</a:t>
                    </a:r>
                  </a:p>
                </p:txBody>
              </p:sp>
              <p:sp>
                <p:nvSpPr>
                  <p:cNvPr id="394261" name="Line 46">
                    <a:extLst>
                      <a:ext uri="{FF2B5EF4-FFF2-40B4-BE49-F238E27FC236}">
                        <a16:creationId xmlns:a16="http://schemas.microsoft.com/office/drawing/2014/main" id="{9C301724-46A4-4BFB-9C7D-8F0CC51269C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360" y="7740"/>
                    <a:ext cx="540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4262" name="Text Box 47">
                    <a:extLst>
                      <a:ext uri="{FF2B5EF4-FFF2-40B4-BE49-F238E27FC236}">
                        <a16:creationId xmlns:a16="http://schemas.microsoft.com/office/drawing/2014/main" id="{8ACE187C-8DF1-440A-B26F-8C9F30381B5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900" y="7560"/>
                    <a:ext cx="90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22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entury Gothic" panose="020B0502020202020204" pitchFamily="34" charset="0"/>
                      </a:defRPr>
                    </a:lvl9pPr>
                  </a:lstStyle>
                  <a:p>
                    <a:r>
                      <a:rPr lang="en-US" altLang="en-US" sz="1400">
                        <a:latin typeface="Times New Roman" panose="02020603050405020304" pitchFamily="18" charset="0"/>
                      </a:rPr>
                      <a:t>CPU</a:t>
                    </a:r>
                  </a:p>
                </p:txBody>
              </p:sp>
            </p:grpSp>
            <p:sp>
              <p:nvSpPr>
                <p:cNvPr id="394258" name="Text Box 48">
                  <a:extLst>
                    <a:ext uri="{FF2B5EF4-FFF2-40B4-BE49-F238E27FC236}">
                      <a16:creationId xmlns:a16="http://schemas.microsoft.com/office/drawing/2014/main" id="{4E0A5875-5617-40EC-8F8A-508AAD7073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00" y="6300"/>
                  <a:ext cx="216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r>
                    <a:rPr lang="en-US" altLang="en-US" sz="1400">
                      <a:latin typeface="Times New Roman" panose="02020603050405020304" pitchFamily="18" charset="0"/>
                    </a:rPr>
                    <a:t>Error Situation</a:t>
                  </a:r>
                </a:p>
              </p:txBody>
            </p:sp>
            <p:sp>
              <p:nvSpPr>
                <p:cNvPr id="394259" name="Text Box 49">
                  <a:extLst>
                    <a:ext uri="{FF2B5EF4-FFF2-40B4-BE49-F238E27FC236}">
                      <a16:creationId xmlns:a16="http://schemas.microsoft.com/office/drawing/2014/main" id="{9469A3CF-8220-4407-B777-AC258242C7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840" y="7020"/>
                  <a:ext cx="144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r>
                    <a:rPr lang="en-US" altLang="en-US" sz="1400">
                      <a:latin typeface="Times New Roman" panose="02020603050405020304" pitchFamily="18" charset="0"/>
                    </a:rPr>
                    <a:t>Ready</a:t>
                  </a:r>
                </a:p>
              </p:txBody>
            </p:sp>
          </p:grpSp>
        </p:grpSp>
      </p:grpSp>
      <p:sp>
        <p:nvSpPr>
          <p:cNvPr id="394242" name="Rectangle 51">
            <a:extLst>
              <a:ext uri="{FF2B5EF4-FFF2-40B4-BE49-F238E27FC236}">
                <a16:creationId xmlns:a16="http://schemas.microsoft.com/office/drawing/2014/main" id="{A661DCAD-987A-4084-9D58-42BF18F45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95400"/>
            <a:ext cx="3352800" cy="43434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/>
              <a:t>CPU has direct control over I/O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en-US" sz="1800"/>
              <a:t>Sensing status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en-US" sz="1800"/>
              <a:t>Read/write commands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en-US" sz="1800"/>
              <a:t>Transferring data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/>
              <a:t>CPU waits for I/O module to complete operation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/>
              <a:t>Wastes CPU time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>
                <a:solidFill>
                  <a:srgbClr val="FF6600"/>
                </a:solidFill>
              </a:rPr>
              <a:t>when CPU issues a command to the I/O module, it must wait until the I/O operation is complete</a:t>
            </a:r>
          </a:p>
        </p:txBody>
      </p:sp>
      <p:sp>
        <p:nvSpPr>
          <p:cNvPr id="394243" name="Text Box 52">
            <a:extLst>
              <a:ext uri="{FF2B5EF4-FFF2-40B4-BE49-F238E27FC236}">
                <a16:creationId xmlns:a16="http://schemas.microsoft.com/office/drawing/2014/main" id="{181E2C6D-20F3-477F-9191-FBFBA1582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643413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67487BC7-9ABE-4A04-9F22-E8A493AF41AB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394244" name="Title 53">
            <a:extLst>
              <a:ext uri="{FF2B5EF4-FFF2-40B4-BE49-F238E27FC236}">
                <a16:creationId xmlns:a16="http://schemas.microsoft.com/office/drawing/2014/main" id="{378CF374-143A-4FCA-B3C4-5E1BC968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/>
          <a:lstStyle/>
          <a:p>
            <a:r>
              <a:rPr lang="en-US" altLang="en-US"/>
              <a:t>Programmed I/O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5" name="Rectangle 2">
            <a:extLst>
              <a:ext uri="{FF2B5EF4-FFF2-40B4-BE49-F238E27FC236}">
                <a16:creationId xmlns:a16="http://schemas.microsoft.com/office/drawing/2014/main" id="{90A0A762-2300-40A7-8566-4E8D8B6D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I/O Commands</a:t>
            </a:r>
          </a:p>
        </p:txBody>
      </p:sp>
      <p:sp>
        <p:nvSpPr>
          <p:cNvPr id="395266" name="Rectangle 3">
            <a:extLst>
              <a:ext uri="{FF2B5EF4-FFF2-40B4-BE49-F238E27FC236}">
                <a16:creationId xmlns:a16="http://schemas.microsoft.com/office/drawing/2014/main" id="{675A6FA1-CBBF-4F3F-A275-4EE1200C4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305800" cy="4525963"/>
          </a:xfrm>
        </p:spPr>
        <p:txBody>
          <a:bodyPr/>
          <a:lstStyle/>
          <a:p>
            <a:pPr eaLnBrk="1" hangingPunct="1"/>
            <a:r>
              <a:rPr lang="en-US" altLang="en-US"/>
              <a:t>CPU issues address</a:t>
            </a:r>
          </a:p>
          <a:p>
            <a:pPr lvl="1" eaLnBrk="1" hangingPunct="1"/>
            <a:r>
              <a:rPr lang="en-US" altLang="en-US"/>
              <a:t>Identifies module (&amp; device if &gt;1 per module)</a:t>
            </a:r>
          </a:p>
          <a:p>
            <a:pPr eaLnBrk="1" hangingPunct="1"/>
            <a:r>
              <a:rPr lang="en-US" altLang="en-US"/>
              <a:t>CPU issues command</a:t>
            </a:r>
          </a:p>
          <a:p>
            <a:pPr lvl="1" eaLnBrk="1" hangingPunct="1"/>
            <a:r>
              <a:rPr lang="en-US" altLang="en-US"/>
              <a:t>Control - telling module what to do</a:t>
            </a:r>
          </a:p>
          <a:p>
            <a:pPr lvl="2" eaLnBrk="1" hangingPunct="1"/>
            <a:r>
              <a:rPr lang="en-US" altLang="en-US"/>
              <a:t>e.g. spin up disk</a:t>
            </a:r>
          </a:p>
          <a:p>
            <a:pPr lvl="1" eaLnBrk="1" hangingPunct="1"/>
            <a:r>
              <a:rPr lang="en-US" altLang="en-US"/>
              <a:t>Test - check status</a:t>
            </a:r>
          </a:p>
          <a:p>
            <a:pPr lvl="2" eaLnBrk="1" hangingPunct="1"/>
            <a:r>
              <a:rPr lang="en-US" altLang="en-US"/>
              <a:t>e.g. power? Error?</a:t>
            </a:r>
          </a:p>
          <a:p>
            <a:pPr lvl="1" eaLnBrk="1" hangingPunct="1"/>
            <a:r>
              <a:rPr lang="en-US" altLang="en-US"/>
              <a:t>Read/Write</a:t>
            </a:r>
          </a:p>
          <a:p>
            <a:pPr lvl="2" eaLnBrk="1" hangingPunct="1"/>
            <a:r>
              <a:rPr lang="en-US" altLang="en-US"/>
              <a:t>Module transfers data via buffer from/to device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3" name="Rectangle 2">
            <a:extLst>
              <a:ext uri="{FF2B5EF4-FFF2-40B4-BE49-F238E27FC236}">
                <a16:creationId xmlns:a16="http://schemas.microsoft.com/office/drawing/2014/main" id="{12D2DCEF-6E24-4596-B9D8-3A30CD600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2. Interrupt Driven I/O</a:t>
            </a:r>
          </a:p>
        </p:txBody>
      </p:sp>
      <p:sp>
        <p:nvSpPr>
          <p:cNvPr id="397314" name="Rectangle 3">
            <a:extLst>
              <a:ext uri="{FF2B5EF4-FFF2-40B4-BE49-F238E27FC236}">
                <a16:creationId xmlns:a16="http://schemas.microsoft.com/office/drawing/2014/main" id="{4C3C85BD-4B17-4581-ACF6-7DA142B6D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US" altLang="en-US"/>
              <a:t>Overcomes CPU waiting</a:t>
            </a:r>
          </a:p>
          <a:p>
            <a:pPr eaLnBrk="1" hangingPunct="1"/>
            <a:r>
              <a:rPr lang="en-US" altLang="en-US"/>
              <a:t>No repeated CPU checking of device</a:t>
            </a:r>
          </a:p>
          <a:p>
            <a:pPr eaLnBrk="1" hangingPunct="1"/>
            <a:r>
              <a:rPr lang="en-US" altLang="en-US"/>
              <a:t>I/O module interrupts when ready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5">
            <a:extLst>
              <a:ext uri="{FF2B5EF4-FFF2-40B4-BE49-F238E27FC236}">
                <a16:creationId xmlns:a16="http://schemas.microsoft.com/office/drawing/2014/main" id="{7EEE10E8-400F-488C-9FA1-C2CBE8C08B6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111601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Interrupt-Driven I/O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14333F0-97FC-4BD8-9437-009C84F90E75}"/>
              </a:ext>
            </a:extLst>
          </p:cNvPr>
          <p:cNvPicPr>
            <a:picLocks noGrp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9400" y="1168400"/>
            <a:ext cx="8636000" cy="5410200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09" name="Rectangle 2">
            <a:extLst>
              <a:ext uri="{FF2B5EF4-FFF2-40B4-BE49-F238E27FC236}">
                <a16:creationId xmlns:a16="http://schemas.microsoft.com/office/drawing/2014/main" id="{0F9583DC-CC54-4815-AB09-BEB66AB1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Interrupt Driven I/O </a:t>
            </a:r>
            <a:r>
              <a:rPr lang="en-US" altLang="en-US" sz="2800"/>
              <a:t>- Basic Operation</a:t>
            </a:r>
            <a:endParaRPr lang="en-US" altLang="en-US"/>
          </a:p>
        </p:txBody>
      </p:sp>
      <p:sp>
        <p:nvSpPr>
          <p:cNvPr id="401410" name="Rectangle 3">
            <a:extLst>
              <a:ext uri="{FF2B5EF4-FFF2-40B4-BE49-F238E27FC236}">
                <a16:creationId xmlns:a16="http://schemas.microsoft.com/office/drawing/2014/main" id="{253B6A46-B7C1-4FDF-B276-1810D3513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US" altLang="en-US"/>
              <a:t>CPU issues read command</a:t>
            </a:r>
          </a:p>
          <a:p>
            <a:pPr eaLnBrk="1" hangingPunct="1"/>
            <a:r>
              <a:rPr lang="en-US" altLang="en-US"/>
              <a:t>I/O module gets data from peripheral whilst CPU does other work</a:t>
            </a:r>
          </a:p>
          <a:p>
            <a:pPr eaLnBrk="1" hangingPunct="1"/>
            <a:r>
              <a:rPr lang="en-US" altLang="en-US"/>
              <a:t>I/O module interrupts CPU</a:t>
            </a:r>
          </a:p>
          <a:p>
            <a:pPr eaLnBrk="1" hangingPunct="1"/>
            <a:r>
              <a:rPr lang="en-US" altLang="en-US"/>
              <a:t>CPU requests data</a:t>
            </a:r>
          </a:p>
          <a:p>
            <a:pPr eaLnBrk="1" hangingPunct="1"/>
            <a:r>
              <a:rPr lang="en-US" altLang="en-US"/>
              <a:t>I/O module transfers data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457" name="Group 2">
            <a:extLst>
              <a:ext uri="{FF2B5EF4-FFF2-40B4-BE49-F238E27FC236}">
                <a16:creationId xmlns:a16="http://schemas.microsoft.com/office/drawing/2014/main" id="{6AA59963-D682-405B-8FD5-A8E718C370AC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762000"/>
            <a:ext cx="5867400" cy="5638800"/>
            <a:chOff x="624" y="288"/>
            <a:chExt cx="3696" cy="3696"/>
          </a:xfrm>
        </p:grpSpPr>
        <p:sp>
          <p:nvSpPr>
            <p:cNvPr id="403461" name="Line 3">
              <a:extLst>
                <a:ext uri="{FF2B5EF4-FFF2-40B4-BE49-F238E27FC236}">
                  <a16:creationId xmlns:a16="http://schemas.microsoft.com/office/drawing/2014/main" id="{9F07F6BF-2D55-42E4-AAF3-585B28813D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3355"/>
              <a:ext cx="489" cy="5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62" name="Line 4">
              <a:extLst>
                <a:ext uri="{FF2B5EF4-FFF2-40B4-BE49-F238E27FC236}">
                  <a16:creationId xmlns:a16="http://schemas.microsoft.com/office/drawing/2014/main" id="{AEB91C9C-BBD7-4F21-98AA-2EF91478D3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336"/>
              <a:ext cx="912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3463" name="Group 5">
              <a:extLst>
                <a:ext uri="{FF2B5EF4-FFF2-40B4-BE49-F238E27FC236}">
                  <a16:creationId xmlns:a16="http://schemas.microsoft.com/office/drawing/2014/main" id="{AA1C0D58-F5B0-4F50-9736-9DE0E1775F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288"/>
              <a:ext cx="3696" cy="3696"/>
              <a:chOff x="624" y="288"/>
              <a:chExt cx="3696" cy="3696"/>
            </a:xfrm>
          </p:grpSpPr>
          <p:sp>
            <p:nvSpPr>
              <p:cNvPr id="403464" name="Text Box 6">
                <a:extLst>
                  <a:ext uri="{FF2B5EF4-FFF2-40B4-BE49-F238E27FC236}">
                    <a16:creationId xmlns:a16="http://schemas.microsoft.com/office/drawing/2014/main" id="{D12F7CC1-CF5D-4418-B33C-FEB31ACA0F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6" y="3591"/>
                <a:ext cx="486" cy="1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r>
                  <a:rPr lang="en-US" altLang="en-US" sz="1600">
                    <a:latin typeface="Times New Roman" panose="02020603050405020304" pitchFamily="18" charset="0"/>
                  </a:rPr>
                  <a:t>Yes</a:t>
                </a:r>
              </a:p>
            </p:txBody>
          </p:sp>
          <p:sp>
            <p:nvSpPr>
              <p:cNvPr id="403465" name="Text Box 7">
                <a:extLst>
                  <a:ext uri="{FF2B5EF4-FFF2-40B4-BE49-F238E27FC236}">
                    <a16:creationId xmlns:a16="http://schemas.microsoft.com/office/drawing/2014/main" id="{B3F2F49C-3138-4942-BCA7-A72D66FD35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" y="3748"/>
                <a:ext cx="1652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/>
                <a:r>
                  <a:rPr lang="en-US" altLang="en-US" sz="1600">
                    <a:latin typeface="Times New Roman" panose="02020603050405020304" pitchFamily="18" charset="0"/>
                  </a:rPr>
                  <a:t>Next Instruction</a:t>
                </a:r>
              </a:p>
            </p:txBody>
          </p:sp>
          <p:sp>
            <p:nvSpPr>
              <p:cNvPr id="403466" name="Line 8">
                <a:extLst>
                  <a:ext uri="{FF2B5EF4-FFF2-40B4-BE49-F238E27FC236}">
                    <a16:creationId xmlns:a16="http://schemas.microsoft.com/office/drawing/2014/main" id="{80385913-86A9-4F9D-B77B-F15D8EAEAE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4" y="336"/>
                <a:ext cx="0" cy="302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467" name="Text Box 9">
                <a:extLst>
                  <a:ext uri="{FF2B5EF4-FFF2-40B4-BE49-F238E27FC236}">
                    <a16:creationId xmlns:a16="http://schemas.microsoft.com/office/drawing/2014/main" id="{19F8E2E2-4B06-4C0D-A7E1-493407FEBA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" y="445"/>
                <a:ext cx="1652" cy="393"/>
              </a:xfrm>
              <a:prstGeom prst="rect">
                <a:avLst/>
              </a:prstGeom>
              <a:solidFill>
                <a:srgbClr val="FFFFFF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r>
                  <a:rPr lang="en-US" altLang="en-US" sz="1600">
                    <a:latin typeface="Times New Roman" panose="02020603050405020304" pitchFamily="18" charset="0"/>
                  </a:rPr>
                  <a:t>Forward the read instruction to the I/O Module</a:t>
                </a:r>
              </a:p>
            </p:txBody>
          </p:sp>
          <p:sp>
            <p:nvSpPr>
              <p:cNvPr id="403468" name="Text Box 10">
                <a:extLst>
                  <a:ext uri="{FF2B5EF4-FFF2-40B4-BE49-F238E27FC236}">
                    <a16:creationId xmlns:a16="http://schemas.microsoft.com/office/drawing/2014/main" id="{96635FF4-C9A4-463A-902F-D1160F8330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" y="996"/>
                <a:ext cx="1652" cy="236"/>
              </a:xfrm>
              <a:prstGeom prst="rect">
                <a:avLst/>
              </a:prstGeom>
              <a:solidFill>
                <a:srgbClr val="FFFFFF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/>
                <a:r>
                  <a:rPr lang="en-US" altLang="en-US" sz="1600">
                    <a:latin typeface="Times New Roman" panose="02020603050405020304" pitchFamily="18" charset="0"/>
                  </a:rPr>
                  <a:t>Read I/O Module status</a:t>
                </a:r>
              </a:p>
            </p:txBody>
          </p:sp>
          <p:sp>
            <p:nvSpPr>
              <p:cNvPr id="403469" name="AutoShape 11">
                <a:extLst>
                  <a:ext uri="{FF2B5EF4-FFF2-40B4-BE49-F238E27FC236}">
                    <a16:creationId xmlns:a16="http://schemas.microsoft.com/office/drawing/2014/main" id="{020700BD-AD43-49D0-BBB8-951B3CB93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3" y="1389"/>
                <a:ext cx="972" cy="472"/>
              </a:xfrm>
              <a:prstGeom prst="diamond">
                <a:avLst/>
              </a:prstGeom>
              <a:solidFill>
                <a:srgbClr val="FFFFFF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/>
                <a:r>
                  <a:rPr lang="en-US" altLang="en-US" sz="1600">
                    <a:latin typeface="Times New Roman" panose="02020603050405020304" pitchFamily="18" charset="0"/>
                  </a:rPr>
                  <a:t>Check Status</a:t>
                </a:r>
              </a:p>
            </p:txBody>
          </p:sp>
          <p:sp>
            <p:nvSpPr>
              <p:cNvPr id="403470" name="Line 12">
                <a:extLst>
                  <a:ext uri="{FF2B5EF4-FFF2-40B4-BE49-F238E27FC236}">
                    <a16:creationId xmlns:a16="http://schemas.microsoft.com/office/drawing/2014/main" id="{13093A78-A84B-4469-8622-176F7D4BF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9" y="838"/>
                <a:ext cx="0" cy="158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471" name="Text Box 13">
                <a:extLst>
                  <a:ext uri="{FF2B5EF4-FFF2-40B4-BE49-F238E27FC236}">
                    <a16:creationId xmlns:a16="http://schemas.microsoft.com/office/drawing/2014/main" id="{18420C7B-5D86-4DC0-AA11-C4598C33B1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" y="2018"/>
                <a:ext cx="1652" cy="393"/>
              </a:xfrm>
              <a:prstGeom prst="rect">
                <a:avLst/>
              </a:prstGeom>
              <a:solidFill>
                <a:srgbClr val="FFFFFF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/>
                <a:r>
                  <a:rPr lang="en-US" altLang="en-US" sz="1600">
                    <a:latin typeface="Times New Roman" panose="02020603050405020304" pitchFamily="18" charset="0"/>
                  </a:rPr>
                  <a:t>Read word from I/O Module</a:t>
                </a:r>
              </a:p>
            </p:txBody>
          </p:sp>
          <p:sp>
            <p:nvSpPr>
              <p:cNvPr id="403472" name="Text Box 14">
                <a:extLst>
                  <a:ext uri="{FF2B5EF4-FFF2-40B4-BE49-F238E27FC236}">
                    <a16:creationId xmlns:a16="http://schemas.microsoft.com/office/drawing/2014/main" id="{5E5FE9A9-7AA3-4351-9875-B21AA8D60F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" y="2569"/>
                <a:ext cx="1652" cy="393"/>
              </a:xfrm>
              <a:prstGeom prst="rect">
                <a:avLst/>
              </a:prstGeom>
              <a:solidFill>
                <a:srgbClr val="FFFFFF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/>
                <a:r>
                  <a:rPr lang="en-US" altLang="en-US" sz="1600">
                    <a:latin typeface="Times New Roman" panose="02020603050405020304" pitchFamily="18" charset="0"/>
                  </a:rPr>
                  <a:t>Write word into memory</a:t>
                </a:r>
              </a:p>
            </p:txBody>
          </p:sp>
          <p:sp>
            <p:nvSpPr>
              <p:cNvPr id="403473" name="AutoShape 15">
                <a:extLst>
                  <a:ext uri="{FF2B5EF4-FFF2-40B4-BE49-F238E27FC236}">
                    <a16:creationId xmlns:a16="http://schemas.microsoft.com/office/drawing/2014/main" id="{8004ACEC-7955-4903-8E2D-87664BFA36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3" y="3119"/>
                <a:ext cx="972" cy="472"/>
              </a:xfrm>
              <a:prstGeom prst="diamond">
                <a:avLst/>
              </a:prstGeom>
              <a:solidFill>
                <a:srgbClr val="FFFFFF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pPr algn="ctr"/>
                <a:r>
                  <a:rPr lang="en-US" altLang="en-US" sz="1600">
                    <a:latin typeface="Times New Roman" panose="02020603050405020304" pitchFamily="18" charset="0"/>
                  </a:rPr>
                  <a:t>Done ?</a:t>
                </a:r>
              </a:p>
            </p:txBody>
          </p:sp>
          <p:sp>
            <p:nvSpPr>
              <p:cNvPr id="403474" name="Line 16">
                <a:extLst>
                  <a:ext uri="{FF2B5EF4-FFF2-40B4-BE49-F238E27FC236}">
                    <a16:creationId xmlns:a16="http://schemas.microsoft.com/office/drawing/2014/main" id="{DF81A350-D46D-44C1-AF17-04476DF508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9" y="2962"/>
                <a:ext cx="0" cy="157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475" name="Line 17">
                <a:extLst>
                  <a:ext uri="{FF2B5EF4-FFF2-40B4-BE49-F238E27FC236}">
                    <a16:creationId xmlns:a16="http://schemas.microsoft.com/office/drawing/2014/main" id="{0F0DAD02-026D-4C75-9A34-0E3880347F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9" y="2411"/>
                <a:ext cx="0" cy="158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476" name="Line 18">
                <a:extLst>
                  <a:ext uri="{FF2B5EF4-FFF2-40B4-BE49-F238E27FC236}">
                    <a16:creationId xmlns:a16="http://schemas.microsoft.com/office/drawing/2014/main" id="{05231B38-682C-4DA6-81D4-46103E63B8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9" y="1861"/>
                <a:ext cx="0" cy="157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477" name="Line 19">
                <a:extLst>
                  <a:ext uri="{FF2B5EF4-FFF2-40B4-BE49-F238E27FC236}">
                    <a16:creationId xmlns:a16="http://schemas.microsoft.com/office/drawing/2014/main" id="{9AC6E7AF-1B61-4272-9FD1-1738193926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9" y="1232"/>
                <a:ext cx="0" cy="157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478" name="Line 20">
                <a:extLst>
                  <a:ext uri="{FF2B5EF4-FFF2-40B4-BE49-F238E27FC236}">
                    <a16:creationId xmlns:a16="http://schemas.microsoft.com/office/drawing/2014/main" id="{D2C2C533-9C7E-408F-906A-94D677A79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9" y="288"/>
                <a:ext cx="0" cy="157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479" name="Line 21">
                <a:extLst>
                  <a:ext uri="{FF2B5EF4-FFF2-40B4-BE49-F238E27FC236}">
                    <a16:creationId xmlns:a16="http://schemas.microsoft.com/office/drawing/2014/main" id="{91E0D790-DB86-40CD-BB9B-ED6B0058A2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5" y="1625"/>
                <a:ext cx="292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480" name="Line 22">
                <a:extLst>
                  <a:ext uri="{FF2B5EF4-FFF2-40B4-BE49-F238E27FC236}">
                    <a16:creationId xmlns:a16="http://schemas.microsoft.com/office/drawing/2014/main" id="{0310A787-2038-49FE-8511-16471AF2EC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9" y="3591"/>
                <a:ext cx="0" cy="157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481" name="Text Box 23">
                <a:extLst>
                  <a:ext uri="{FF2B5EF4-FFF2-40B4-BE49-F238E27FC236}">
                    <a16:creationId xmlns:a16="http://schemas.microsoft.com/office/drawing/2014/main" id="{DF6F5E4F-E828-4B6F-BBE3-2F07FB7DF7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1" y="3120"/>
                <a:ext cx="486" cy="1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r>
                  <a:rPr lang="en-US" altLang="en-US" sz="1600">
                    <a:latin typeface="Times New Roman" panose="02020603050405020304" pitchFamily="18" charset="0"/>
                  </a:rPr>
                  <a:t>No </a:t>
                </a:r>
              </a:p>
            </p:txBody>
          </p:sp>
          <p:grpSp>
            <p:nvGrpSpPr>
              <p:cNvPr id="403482" name="Group 24">
                <a:extLst>
                  <a:ext uri="{FF2B5EF4-FFF2-40B4-BE49-F238E27FC236}">
                    <a16:creationId xmlns:a16="http://schemas.microsoft.com/office/drawing/2014/main" id="{E26777B9-65A9-4C4E-90C3-4215F61384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71" y="2726"/>
                <a:ext cx="1263" cy="236"/>
                <a:chOff x="7740" y="6480"/>
                <a:chExt cx="2340" cy="540"/>
              </a:xfrm>
            </p:grpSpPr>
            <p:sp>
              <p:nvSpPr>
                <p:cNvPr id="403503" name="Text Box 25">
                  <a:extLst>
                    <a:ext uri="{FF2B5EF4-FFF2-40B4-BE49-F238E27FC236}">
                      <a16:creationId xmlns:a16="http://schemas.microsoft.com/office/drawing/2014/main" id="{CF98A125-6B0E-4440-A453-82B20E2695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740" y="6480"/>
                  <a:ext cx="90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r>
                    <a:rPr lang="en-US" altLang="en-US" sz="1600">
                      <a:latin typeface="Times New Roman" panose="02020603050405020304" pitchFamily="18" charset="0"/>
                    </a:rPr>
                    <a:t>CPU</a:t>
                  </a:r>
                </a:p>
              </p:txBody>
            </p:sp>
            <p:sp>
              <p:nvSpPr>
                <p:cNvPr id="403504" name="Line 26">
                  <a:extLst>
                    <a:ext uri="{FF2B5EF4-FFF2-40B4-BE49-F238E27FC236}">
                      <a16:creationId xmlns:a16="http://schemas.microsoft.com/office/drawing/2014/main" id="{408028FD-59C6-473D-8A91-C0A51D2A28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60" y="6660"/>
                  <a:ext cx="540" cy="0"/>
                </a:xfrm>
                <a:prstGeom prst="line">
                  <a:avLst/>
                </a:prstGeom>
                <a:noFill/>
                <a:ln w="317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505" name="Text Box 27">
                  <a:extLst>
                    <a:ext uri="{FF2B5EF4-FFF2-40B4-BE49-F238E27FC236}">
                      <a16:creationId xmlns:a16="http://schemas.microsoft.com/office/drawing/2014/main" id="{BF7C0287-2C1A-475B-A3CA-57C6183C13A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00" y="648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r>
                    <a:rPr lang="en-US" altLang="en-US" sz="1600">
                      <a:latin typeface="Times New Roman" panose="02020603050405020304" pitchFamily="18" charset="0"/>
                    </a:rPr>
                    <a:t>Memory</a:t>
                  </a:r>
                </a:p>
              </p:txBody>
            </p:sp>
          </p:grpSp>
          <p:grpSp>
            <p:nvGrpSpPr>
              <p:cNvPr id="403483" name="Group 28">
                <a:extLst>
                  <a:ext uri="{FF2B5EF4-FFF2-40B4-BE49-F238E27FC236}">
                    <a16:creationId xmlns:a16="http://schemas.microsoft.com/office/drawing/2014/main" id="{50D1A2FD-EDBB-4106-BF78-9FFFD15C79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71" y="524"/>
                <a:ext cx="1069" cy="157"/>
                <a:chOff x="7740" y="1440"/>
                <a:chExt cx="1980" cy="360"/>
              </a:xfrm>
            </p:grpSpPr>
            <p:sp>
              <p:nvSpPr>
                <p:cNvPr id="403500" name="Text Box 29">
                  <a:extLst>
                    <a:ext uri="{FF2B5EF4-FFF2-40B4-BE49-F238E27FC236}">
                      <a16:creationId xmlns:a16="http://schemas.microsoft.com/office/drawing/2014/main" id="{B78F5E41-B792-4C51-AE11-3A5A04C83E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740" y="1440"/>
                  <a:ext cx="90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r>
                    <a:rPr lang="en-US" altLang="en-US" sz="1600">
                      <a:latin typeface="Times New Roman" panose="02020603050405020304" pitchFamily="18" charset="0"/>
                    </a:rPr>
                    <a:t>CPU</a:t>
                  </a:r>
                </a:p>
              </p:txBody>
            </p:sp>
            <p:sp>
              <p:nvSpPr>
                <p:cNvPr id="403501" name="Line 30">
                  <a:extLst>
                    <a:ext uri="{FF2B5EF4-FFF2-40B4-BE49-F238E27FC236}">
                      <a16:creationId xmlns:a16="http://schemas.microsoft.com/office/drawing/2014/main" id="{9F33B049-1B74-4531-9E18-A4BE93B3CE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60" y="1620"/>
                  <a:ext cx="540" cy="0"/>
                </a:xfrm>
                <a:prstGeom prst="line">
                  <a:avLst/>
                </a:prstGeom>
                <a:noFill/>
                <a:ln w="317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502" name="Text Box 31">
                  <a:extLst>
                    <a:ext uri="{FF2B5EF4-FFF2-40B4-BE49-F238E27FC236}">
                      <a16:creationId xmlns:a16="http://schemas.microsoft.com/office/drawing/2014/main" id="{3E175DDD-EB59-4381-BF80-6FB4FD0F6B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00" y="1440"/>
                  <a:ext cx="72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r>
                    <a:rPr lang="en-US" altLang="en-US" sz="1600">
                      <a:latin typeface="Times New Roman" panose="02020603050405020304" pitchFamily="18" charset="0"/>
                    </a:rPr>
                    <a:t>I/O</a:t>
                  </a:r>
                </a:p>
              </p:txBody>
            </p:sp>
          </p:grpSp>
          <p:grpSp>
            <p:nvGrpSpPr>
              <p:cNvPr id="403484" name="Group 32">
                <a:extLst>
                  <a:ext uri="{FF2B5EF4-FFF2-40B4-BE49-F238E27FC236}">
                    <a16:creationId xmlns:a16="http://schemas.microsoft.com/office/drawing/2014/main" id="{978A4044-91F0-4731-B3F4-E65CC262EC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71" y="1153"/>
                <a:ext cx="1166" cy="157"/>
                <a:chOff x="7740" y="2880"/>
                <a:chExt cx="2160" cy="360"/>
              </a:xfrm>
            </p:grpSpPr>
            <p:sp>
              <p:nvSpPr>
                <p:cNvPr id="403497" name="Text Box 33">
                  <a:extLst>
                    <a:ext uri="{FF2B5EF4-FFF2-40B4-BE49-F238E27FC236}">
                      <a16:creationId xmlns:a16="http://schemas.microsoft.com/office/drawing/2014/main" id="{6BADAB5F-DA5E-460E-A5FE-814ACA9C46C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740" y="2880"/>
                  <a:ext cx="90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600">
                      <a:latin typeface="Times New Roman" panose="02020603050405020304" pitchFamily="18" charset="0"/>
                    </a:rPr>
                    <a:t>I/O</a:t>
                  </a:r>
                </a:p>
              </p:txBody>
            </p:sp>
            <p:sp>
              <p:nvSpPr>
                <p:cNvPr id="403498" name="Line 34">
                  <a:extLst>
                    <a:ext uri="{FF2B5EF4-FFF2-40B4-BE49-F238E27FC236}">
                      <a16:creationId xmlns:a16="http://schemas.microsoft.com/office/drawing/2014/main" id="{99522E3D-4295-400F-AFB4-3C729AE921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60" y="3060"/>
                  <a:ext cx="540" cy="0"/>
                </a:xfrm>
                <a:prstGeom prst="line">
                  <a:avLst/>
                </a:prstGeom>
                <a:noFill/>
                <a:ln w="317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499" name="Text Box 35">
                  <a:extLst>
                    <a:ext uri="{FF2B5EF4-FFF2-40B4-BE49-F238E27FC236}">
                      <a16:creationId xmlns:a16="http://schemas.microsoft.com/office/drawing/2014/main" id="{AF650ED8-3265-46A3-9D31-E3AB10554B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00" y="2880"/>
                  <a:ext cx="90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r>
                    <a:rPr lang="en-US" altLang="en-US" sz="1600">
                      <a:latin typeface="Times New Roman" panose="02020603050405020304" pitchFamily="18" charset="0"/>
                    </a:rPr>
                    <a:t>CPU</a:t>
                  </a:r>
                </a:p>
              </p:txBody>
            </p:sp>
          </p:grpSp>
          <p:grpSp>
            <p:nvGrpSpPr>
              <p:cNvPr id="403485" name="Group 36">
                <a:extLst>
                  <a:ext uri="{FF2B5EF4-FFF2-40B4-BE49-F238E27FC236}">
                    <a16:creationId xmlns:a16="http://schemas.microsoft.com/office/drawing/2014/main" id="{8E13818E-467C-4407-9A13-7B38B18A08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68" y="2097"/>
                <a:ext cx="1166" cy="157"/>
                <a:chOff x="7920" y="5040"/>
                <a:chExt cx="2160" cy="360"/>
              </a:xfrm>
            </p:grpSpPr>
            <p:sp>
              <p:nvSpPr>
                <p:cNvPr id="403494" name="Text Box 37">
                  <a:extLst>
                    <a:ext uri="{FF2B5EF4-FFF2-40B4-BE49-F238E27FC236}">
                      <a16:creationId xmlns:a16="http://schemas.microsoft.com/office/drawing/2014/main" id="{A655BCCA-93B2-4427-82CF-C4DC5E248BD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920" y="5040"/>
                  <a:ext cx="90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600">
                      <a:latin typeface="Times New Roman" panose="02020603050405020304" pitchFamily="18" charset="0"/>
                    </a:rPr>
                    <a:t>I/O</a:t>
                  </a:r>
                </a:p>
              </p:txBody>
            </p:sp>
            <p:sp>
              <p:nvSpPr>
                <p:cNvPr id="403495" name="Line 38">
                  <a:extLst>
                    <a:ext uri="{FF2B5EF4-FFF2-40B4-BE49-F238E27FC236}">
                      <a16:creationId xmlns:a16="http://schemas.microsoft.com/office/drawing/2014/main" id="{A1401412-3930-46C0-97F4-3A21975732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0" y="5220"/>
                  <a:ext cx="540" cy="0"/>
                </a:xfrm>
                <a:prstGeom prst="line">
                  <a:avLst/>
                </a:prstGeom>
                <a:noFill/>
                <a:ln w="317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496" name="Text Box 39">
                  <a:extLst>
                    <a:ext uri="{FF2B5EF4-FFF2-40B4-BE49-F238E27FC236}">
                      <a16:creationId xmlns:a16="http://schemas.microsoft.com/office/drawing/2014/main" id="{CBA8F2CC-B493-4101-8AD6-6900DEBC71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80" y="5040"/>
                  <a:ext cx="90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r>
                    <a:rPr lang="en-US" altLang="en-US" sz="1600">
                      <a:latin typeface="Times New Roman" panose="02020603050405020304" pitchFamily="18" charset="0"/>
                    </a:rPr>
                    <a:t>CPU</a:t>
                  </a:r>
                </a:p>
              </p:txBody>
            </p:sp>
          </p:grpSp>
          <p:sp>
            <p:nvSpPr>
              <p:cNvPr id="403486" name="Text Box 40">
                <a:extLst>
                  <a:ext uri="{FF2B5EF4-FFF2-40B4-BE49-F238E27FC236}">
                    <a16:creationId xmlns:a16="http://schemas.microsoft.com/office/drawing/2014/main" id="{9A620E2A-E4F9-4CB2-98CD-7CD0E7347E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7" y="1546"/>
                <a:ext cx="1166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r>
                  <a:rPr lang="en-US" altLang="en-US" sz="1600">
                    <a:latin typeface="Times New Roman" panose="02020603050405020304" pitchFamily="18" charset="0"/>
                  </a:rPr>
                  <a:t>Error Situation</a:t>
                </a:r>
              </a:p>
            </p:txBody>
          </p:sp>
          <p:sp>
            <p:nvSpPr>
              <p:cNvPr id="403487" name="Text Box 41">
                <a:extLst>
                  <a:ext uri="{FF2B5EF4-FFF2-40B4-BE49-F238E27FC236}">
                    <a16:creationId xmlns:a16="http://schemas.microsoft.com/office/drawing/2014/main" id="{41425DE7-A359-404D-9111-0BFE907CB3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6" y="1861"/>
                <a:ext cx="778" cy="1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r>
                  <a:rPr lang="en-US" altLang="en-US" sz="1600">
                    <a:latin typeface="Times New Roman" panose="02020603050405020304" pitchFamily="18" charset="0"/>
                  </a:rPr>
                  <a:t>Ready</a:t>
                </a:r>
              </a:p>
            </p:txBody>
          </p:sp>
          <p:grpSp>
            <p:nvGrpSpPr>
              <p:cNvPr id="403488" name="Group 42">
                <a:extLst>
                  <a:ext uri="{FF2B5EF4-FFF2-40B4-BE49-F238E27FC236}">
                    <a16:creationId xmlns:a16="http://schemas.microsoft.com/office/drawing/2014/main" id="{5FBE77CE-8CFF-4531-A03E-8E5B906692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68" y="681"/>
                <a:ext cx="1652" cy="157"/>
                <a:chOff x="7920" y="1800"/>
                <a:chExt cx="3060" cy="360"/>
              </a:xfrm>
            </p:grpSpPr>
            <p:sp>
              <p:nvSpPr>
                <p:cNvPr id="403492" name="Line 43">
                  <a:extLst>
                    <a:ext uri="{FF2B5EF4-FFF2-40B4-BE49-F238E27FC236}">
                      <a16:creationId xmlns:a16="http://schemas.microsoft.com/office/drawing/2014/main" id="{8741D14F-7A53-471D-A0E0-6315FBCB5E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920" y="1980"/>
                  <a:ext cx="1080" cy="0"/>
                </a:xfrm>
                <a:prstGeom prst="line">
                  <a:avLst/>
                </a:prstGeom>
                <a:noFill/>
                <a:ln w="31750">
                  <a:solidFill>
                    <a:srgbClr val="000000"/>
                  </a:solidFill>
                  <a:prstDash val="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493" name="Text Box 44">
                  <a:extLst>
                    <a:ext uri="{FF2B5EF4-FFF2-40B4-BE49-F238E27FC236}">
                      <a16:creationId xmlns:a16="http://schemas.microsoft.com/office/drawing/2014/main" id="{59620CAF-C5FD-4CE7-91DE-C4DA2BEBD1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00" y="1800"/>
                  <a:ext cx="198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r>
                    <a:rPr lang="en-US" altLang="en-US" sz="1600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Perform other tasks</a:t>
                  </a:r>
                </a:p>
              </p:txBody>
            </p:sp>
          </p:grpSp>
          <p:grpSp>
            <p:nvGrpSpPr>
              <p:cNvPr id="403489" name="Group 45">
                <a:extLst>
                  <a:ext uri="{FF2B5EF4-FFF2-40B4-BE49-F238E27FC236}">
                    <a16:creationId xmlns:a16="http://schemas.microsoft.com/office/drawing/2014/main" id="{6C39039A-FAEF-4FCF-BC53-DAECCC1831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68" y="996"/>
                <a:ext cx="1360" cy="236"/>
                <a:chOff x="7920" y="2520"/>
                <a:chExt cx="2520" cy="540"/>
              </a:xfrm>
            </p:grpSpPr>
            <p:sp>
              <p:nvSpPr>
                <p:cNvPr id="403490" name="Text Box 46">
                  <a:extLst>
                    <a:ext uri="{FF2B5EF4-FFF2-40B4-BE49-F238E27FC236}">
                      <a16:creationId xmlns:a16="http://schemas.microsoft.com/office/drawing/2014/main" id="{B5832BBA-51EB-4A24-B981-BCD31FBCB2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820" y="2520"/>
                  <a:ext cx="162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Century Gothic" panose="020B0502020202020204" pitchFamily="34" charset="0"/>
                    </a:defRPr>
                  </a:lvl9pPr>
                </a:lstStyle>
                <a:p>
                  <a:r>
                    <a:rPr lang="en-US" altLang="en-US" sz="1600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Interrupt</a:t>
                  </a:r>
                </a:p>
              </p:txBody>
            </p:sp>
            <p:sp>
              <p:nvSpPr>
                <p:cNvPr id="403491" name="Line 47">
                  <a:extLst>
                    <a:ext uri="{FF2B5EF4-FFF2-40B4-BE49-F238E27FC236}">
                      <a16:creationId xmlns:a16="http://schemas.microsoft.com/office/drawing/2014/main" id="{4B83B54C-DB65-43C4-AA4B-8190743D74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920" y="2700"/>
                  <a:ext cx="900" cy="0"/>
                </a:xfrm>
                <a:prstGeom prst="line">
                  <a:avLst/>
                </a:prstGeom>
                <a:noFill/>
                <a:ln w="31750">
                  <a:solidFill>
                    <a:srgbClr val="000000"/>
                  </a:solidFill>
                  <a:prstDash val="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403458" name="Rectangle 49">
            <a:extLst>
              <a:ext uri="{FF2B5EF4-FFF2-40B4-BE49-F238E27FC236}">
                <a16:creationId xmlns:a16="http://schemas.microsoft.com/office/drawing/2014/main" id="{34077C81-DEF9-47D8-AB87-250DF7A13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66800"/>
            <a:ext cx="2667000" cy="49530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/>
              <a:t>Overcomes CPU waiting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/>
              <a:t>No repeated CPU checking of device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/>
              <a:t>I/O module interrupts when ready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/>
              <a:t>The CPU issues an I/O command, </a:t>
            </a:r>
            <a:r>
              <a:rPr lang="en-US" altLang="en-US" sz="1800">
                <a:solidFill>
                  <a:srgbClr val="FF6600"/>
                </a:solidFill>
              </a:rPr>
              <a:t>continues to execute other instructions, and interrupted by the I/O module when the latter has completed</a:t>
            </a:r>
          </a:p>
        </p:txBody>
      </p:sp>
      <p:sp>
        <p:nvSpPr>
          <p:cNvPr id="403459" name="Text Box 50">
            <a:extLst>
              <a:ext uri="{FF2B5EF4-FFF2-40B4-BE49-F238E27FC236}">
                <a16:creationId xmlns:a16="http://schemas.microsoft.com/office/drawing/2014/main" id="{C43FE4A0-BD8C-42C4-A487-5CB7013C6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643413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72C2B726-246D-421C-9144-2C516B612E13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403460" name="Title 51">
            <a:extLst>
              <a:ext uri="{FF2B5EF4-FFF2-40B4-BE49-F238E27FC236}">
                <a16:creationId xmlns:a16="http://schemas.microsoft.com/office/drawing/2014/main" id="{CE3C0463-B542-4796-A4EC-B2291392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/>
          <a:lstStyle/>
          <a:p>
            <a:r>
              <a:rPr lang="en-US" altLang="en-US"/>
              <a:t>Interrupt Driven I/O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1" name="Rectangle 2">
            <a:extLst>
              <a:ext uri="{FF2B5EF4-FFF2-40B4-BE49-F238E27FC236}">
                <a16:creationId xmlns:a16="http://schemas.microsoft.com/office/drawing/2014/main" id="{3C36FDF2-4969-4CA2-BD7D-80980AC9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CPU Viewpoint</a:t>
            </a:r>
          </a:p>
        </p:txBody>
      </p:sp>
      <p:sp>
        <p:nvSpPr>
          <p:cNvPr id="404482" name="Rectangle 3">
            <a:extLst>
              <a:ext uri="{FF2B5EF4-FFF2-40B4-BE49-F238E27FC236}">
                <a16:creationId xmlns:a16="http://schemas.microsoft.com/office/drawing/2014/main" id="{7CE8CA67-646C-48CA-BA65-A9A7499C7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US" altLang="en-US"/>
              <a:t>Issue read command</a:t>
            </a:r>
          </a:p>
          <a:p>
            <a:pPr eaLnBrk="1" hangingPunct="1"/>
            <a:r>
              <a:rPr lang="en-US" altLang="en-US"/>
              <a:t>Do other work</a:t>
            </a:r>
          </a:p>
          <a:p>
            <a:pPr eaLnBrk="1" hangingPunct="1"/>
            <a:r>
              <a:rPr lang="en-US" altLang="en-US"/>
              <a:t>Check for interrupt at the end of each instruction cycle</a:t>
            </a:r>
          </a:p>
          <a:p>
            <a:pPr eaLnBrk="1" hangingPunct="1"/>
            <a:r>
              <a:rPr lang="en-US" altLang="en-US"/>
              <a:t>If interrupted:-</a:t>
            </a:r>
          </a:p>
          <a:p>
            <a:pPr lvl="1" eaLnBrk="1" hangingPunct="1"/>
            <a:r>
              <a:rPr lang="en-US" altLang="en-US"/>
              <a:t>Save context (e.g., program counter, registers) of current program</a:t>
            </a:r>
          </a:p>
          <a:p>
            <a:pPr lvl="1" eaLnBrk="1" hangingPunct="1"/>
            <a:r>
              <a:rPr lang="en-US" altLang="en-US"/>
              <a:t>Process interrupt</a:t>
            </a:r>
          </a:p>
          <a:p>
            <a:pPr lvl="2" eaLnBrk="1" hangingPunct="1"/>
            <a:r>
              <a:rPr lang="en-US" altLang="en-US"/>
              <a:t>Fetch data &amp; store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(See Operating Systems notes)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176AA29F-5015-46C7-92F6-E9573FFA2E10}"/>
              </a:ext>
            </a:extLst>
          </p:cNvPr>
          <p:cNvPicPr>
            <a:picLocks noGrp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625600"/>
            <a:ext cx="8216900" cy="4902200"/>
          </a:xfrm>
        </p:spPr>
      </p:pic>
      <p:sp>
        <p:nvSpPr>
          <p:cNvPr id="24578" name="Rectangle 2">
            <a:extLst>
              <a:ext uri="{FF2B5EF4-FFF2-40B4-BE49-F238E27FC236}">
                <a16:creationId xmlns:a16="http://schemas.microsoft.com/office/drawing/2014/main" id="{3A8D031E-C608-4350-AC11-CE1F534179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304800"/>
            <a:ext cx="7556500" cy="111601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Issues</a:t>
            </a:r>
          </a:p>
        </p:txBody>
      </p:sp>
    </p:spTree>
  </p:cSld>
  <p:clrMapOvr>
    <a:masterClrMapping/>
  </p:clrMapOvr>
  <p:transition spd="med">
    <p:wheel spokes="2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9DE69F4-0611-4D6A-8ABB-6F7351E22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219200"/>
            <a:ext cx="2895600" cy="236220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22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</a:t>
            </a:r>
            <a:br>
              <a:rPr lang="en-US" sz="3222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22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82C59A 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Interrupt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Controller</a:t>
            </a:r>
          </a:p>
        </p:txBody>
      </p:sp>
      <p:pic>
        <p:nvPicPr>
          <p:cNvPr id="408578" name="Picture 3" descr="f8.pdf">
            <a:extLst>
              <a:ext uri="{FF2B5EF4-FFF2-40B4-BE49-F238E27FC236}">
                <a16:creationId xmlns:a16="http://schemas.microsoft.com/office/drawing/2014/main" id="{2C19D895-3237-4385-BB5B-B75144942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0"/>
            <a:ext cx="52990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ECAB2D53-DDC0-4EFE-BF28-5E92C89BF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556500" cy="111601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 82C55A 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Programmable Peripheral Interface</a:t>
            </a:r>
          </a:p>
        </p:txBody>
      </p:sp>
      <p:pic>
        <p:nvPicPr>
          <p:cNvPr id="410626" name="Content Placeholder 5" descr="f9.pdf">
            <a:extLst>
              <a:ext uri="{FF2B5EF4-FFF2-40B4-BE49-F238E27FC236}">
                <a16:creationId xmlns:a16="http://schemas.microsoft.com/office/drawing/2014/main" id="{21E17750-953E-4FD5-99A7-E9E61C94F1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7" r="12273" b="14117"/>
          <a:stretch>
            <a:fillRect/>
          </a:stretch>
        </p:blipFill>
        <p:spPr>
          <a:xfrm>
            <a:off x="914400" y="752475"/>
            <a:ext cx="7359650" cy="6105525"/>
          </a:xfrm>
        </p:spPr>
      </p:pic>
    </p:spTree>
  </p:cSld>
  <p:clrMapOvr>
    <a:masterClrMapping/>
  </p:clrMapOvr>
  <p:transition spd="med">
    <p:wheel spokes="2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E96585F4-85DB-44F0-9D6C-1FCEA68D5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3255963" cy="2438400"/>
          </a:xfrm>
        </p:spPr>
        <p:txBody>
          <a:bodyPr rtlCol="0"/>
          <a:lstStyle/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GB" sz="2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Keyboard/Display Interfaces to 82C55A</a:t>
            </a:r>
          </a:p>
        </p:txBody>
      </p:sp>
      <p:pic>
        <p:nvPicPr>
          <p:cNvPr id="412674" name="Picture 3" descr="f10.pdf">
            <a:extLst>
              <a:ext uri="{FF2B5EF4-FFF2-40B4-BE49-F238E27FC236}">
                <a16:creationId xmlns:a16="http://schemas.microsoft.com/office/drawing/2014/main" id="{A9C84974-DF27-4F0F-A5D6-B940B1A32A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0"/>
            <a:ext cx="52990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9BFDF5D-6093-4591-B7F7-7858EC368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6324600" cy="990600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Drawbacks of Programmed and Interrupt-Driven I/O</a:t>
            </a:r>
          </a:p>
        </p:txBody>
      </p:sp>
      <p:sp>
        <p:nvSpPr>
          <p:cNvPr id="414722" name="Rectangle 3">
            <a:extLst>
              <a:ext uri="{FF2B5EF4-FFF2-40B4-BE49-F238E27FC236}">
                <a16:creationId xmlns:a16="http://schemas.microsoft.com/office/drawing/2014/main" id="{C78E1182-28F1-464C-AB1B-25CB17AB1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4800" y="1600200"/>
            <a:ext cx="6191250" cy="3886200"/>
          </a:xfrm>
        </p:spPr>
        <p:txBody>
          <a:bodyPr/>
          <a:lstStyle/>
          <a:p>
            <a:pPr marL="228600" indent="-228600" eaLnBrk="1" hangingPunct="1">
              <a:spcBef>
                <a:spcPts val="2000"/>
              </a:spcBef>
              <a:buFont typeface="Wingdings" panose="05000000000000000000" pitchFamily="2" charset="2"/>
              <a:buChar char="n"/>
            </a:pPr>
            <a:r>
              <a:rPr lang="en-GB" altLang="en-US" sz="2000"/>
              <a:t>Both forms of I/O suffer from two inherent drawbacks:</a:t>
            </a:r>
          </a:p>
          <a:p>
            <a:pPr marL="914400" lvl="1" indent="-457200" eaLnBrk="1" hangingPunct="1">
              <a:spcBef>
                <a:spcPts val="2000"/>
              </a:spcBef>
              <a:buClr>
                <a:schemeClr val="accent1"/>
              </a:buClr>
              <a:buSzPct val="100000"/>
              <a:buFont typeface="Rockwell" panose="02060603020205020403" pitchFamily="18" charset="0"/>
              <a:buAutoNum type="arabicParenR"/>
            </a:pPr>
            <a:r>
              <a:rPr lang="en-GB" altLang="en-US" sz="1900"/>
              <a:t>The I/O transfer rate is limited by the speed with which the processor can test and service a device</a:t>
            </a:r>
          </a:p>
          <a:p>
            <a:pPr marL="914400" lvl="1" indent="-457200" eaLnBrk="1" hangingPunct="1">
              <a:spcBef>
                <a:spcPts val="2000"/>
              </a:spcBef>
              <a:buClr>
                <a:schemeClr val="accent1"/>
              </a:buClr>
              <a:buSzPct val="100000"/>
              <a:buFont typeface="Rockwell" panose="02060603020205020403" pitchFamily="18" charset="0"/>
              <a:buAutoNum type="arabicParenR"/>
            </a:pPr>
            <a:r>
              <a:rPr lang="en-GB" altLang="en-US" sz="1900"/>
              <a:t>The processor is tied up in managing an I/O transfer; a number of instructions must be executed for each I/O transfer</a:t>
            </a:r>
            <a:endParaRPr lang="en-GB" altLang="en-US" sz="800"/>
          </a:p>
          <a:p>
            <a:pPr marL="228600" indent="-228600" eaLnBrk="1" hangingPunct="1">
              <a:spcBef>
                <a:spcPts val="2000"/>
              </a:spcBef>
            </a:pPr>
            <a:r>
              <a:rPr lang="en-GB" altLang="en-US" sz="2000"/>
              <a:t>	</a:t>
            </a:r>
          </a:p>
          <a:p>
            <a:pPr marL="228600" indent="-228600" eaLnBrk="1" hangingPunct="1">
              <a:spcBef>
                <a:spcPts val="2000"/>
              </a:spcBef>
              <a:buFont typeface="Wingdings" panose="05000000000000000000" pitchFamily="2" charset="2"/>
              <a:buChar char="n"/>
            </a:pPr>
            <a:endParaRPr lang="en-GB" altLang="en-US" sz="2000"/>
          </a:p>
          <a:p>
            <a:pPr marL="228600" indent="-228600" eaLnBrk="1" hangingPunct="1">
              <a:spcBef>
                <a:spcPts val="2000"/>
              </a:spcBef>
              <a:buFont typeface="Wingdings" panose="05000000000000000000" pitchFamily="2" charset="2"/>
              <a:buChar char="n"/>
            </a:pPr>
            <a:endParaRPr lang="en-GB" altLang="en-US" sz="2000"/>
          </a:p>
        </p:txBody>
      </p:sp>
      <p:sp useBgFill="1">
        <p:nvSpPr>
          <p:cNvPr id="414723" name="TextBox 4">
            <a:extLst>
              <a:ext uri="{FF2B5EF4-FFF2-40B4-BE49-F238E27FC236}">
                <a16:creationId xmlns:a16="http://schemas.microsoft.com/office/drawing/2014/main" id="{E6431939-6EB0-4D19-A022-FA34206DE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648200"/>
            <a:ext cx="381000" cy="3810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724" name="TextBox 5">
            <a:extLst>
              <a:ext uri="{FF2B5EF4-FFF2-40B4-BE49-F238E27FC236}">
                <a16:creationId xmlns:a16="http://schemas.microsoft.com/office/drawing/2014/main" id="{FE05D16B-A640-4C16-AABA-CFCD357A1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257800"/>
            <a:ext cx="6781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ts val="2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595959"/>
                </a:solidFill>
                <a:latin typeface="Rockwell" panose="02060603020205020403" pitchFamily="18" charset="0"/>
              </a:defRPr>
            </a:lvl1pPr>
            <a:lvl2pPr marL="742950" indent="-285750">
              <a:spcBef>
                <a:spcPts val="600"/>
              </a:spcBef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rgbClr val="595959"/>
                </a:solidFill>
                <a:latin typeface="Rockwell" panose="02060603020205020403" pitchFamily="18" charset="0"/>
              </a:defRPr>
            </a:lvl2pPr>
            <a:lvl3pPr marL="1143000" indent="-228600">
              <a:spcBef>
                <a:spcPts val="6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rgbClr val="595959"/>
                </a:solidFill>
                <a:latin typeface="Rockwell" panose="02060603020205020403" pitchFamily="18" charset="0"/>
              </a:defRPr>
            </a:lvl3pPr>
            <a:lvl4pPr marL="1600200" indent="-228600">
              <a:spcBef>
                <a:spcPts val="600"/>
              </a:spcBef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rgbClr val="595959"/>
                </a:solidFill>
                <a:latin typeface="Rockwell" panose="02060603020205020403" pitchFamily="18" charset="0"/>
              </a:defRPr>
            </a:lvl4pPr>
            <a:lvl5pPr marL="2057400" indent="-228600">
              <a:spcBef>
                <a:spcPts val="6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rgbClr val="595959"/>
                </a:solidFill>
                <a:latin typeface="Rockwell" panose="02060603020205020403" pitchFamily="18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rgbClr val="595959"/>
                </a:solidFill>
                <a:latin typeface="Rockwell" panose="02060603020205020403" pitchFamily="18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rgbClr val="595959"/>
                </a:solidFill>
                <a:latin typeface="Rockwell" panose="02060603020205020403" pitchFamily="18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rgbClr val="595959"/>
                </a:solidFill>
                <a:latin typeface="Rockwell" panose="02060603020205020403" pitchFamily="18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rgbClr val="595959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Clr>
                <a:srgbClr val="663366"/>
              </a:buClr>
            </a:pPr>
            <a:r>
              <a:rPr lang="en-GB" altLang="en-US"/>
              <a:t>When large volumes of data are to be moved a more efficient technique is </a:t>
            </a:r>
            <a:r>
              <a:rPr lang="en-GB" altLang="en-US" i="1"/>
              <a:t>direct memory access </a:t>
            </a:r>
            <a:r>
              <a:rPr lang="en-GB" altLang="en-US"/>
              <a:t>(DMA)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69" name="Rectangle 2">
            <a:extLst>
              <a:ext uri="{FF2B5EF4-FFF2-40B4-BE49-F238E27FC236}">
                <a16:creationId xmlns:a16="http://schemas.microsoft.com/office/drawing/2014/main" id="{0B982C8B-BB19-42BE-9917-BC845AA1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3. Direct Memory Access (DMA)</a:t>
            </a:r>
          </a:p>
        </p:txBody>
      </p:sp>
      <p:sp>
        <p:nvSpPr>
          <p:cNvPr id="416770" name="Rectangle 3">
            <a:extLst>
              <a:ext uri="{FF2B5EF4-FFF2-40B4-BE49-F238E27FC236}">
                <a16:creationId xmlns:a16="http://schemas.microsoft.com/office/drawing/2014/main" id="{06050215-AC2A-425C-87C8-B3C4602B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GB" altLang="en-US"/>
              <a:t>Interrupt driven and programmed I/O require active CPU intervention</a:t>
            </a:r>
          </a:p>
          <a:p>
            <a:pPr lvl="1" eaLnBrk="1" hangingPunct="1"/>
            <a:r>
              <a:rPr lang="en-GB" altLang="en-US"/>
              <a:t>Transfer rate is limited</a:t>
            </a:r>
          </a:p>
          <a:p>
            <a:pPr lvl="1" eaLnBrk="1" hangingPunct="1"/>
            <a:r>
              <a:rPr lang="en-GB" altLang="en-US"/>
              <a:t>CPU is tied up</a:t>
            </a:r>
          </a:p>
          <a:p>
            <a:pPr eaLnBrk="1" hangingPunct="1"/>
            <a:r>
              <a:rPr lang="en-GB" altLang="en-US"/>
              <a:t>DMA is the answer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7" name="Rectangle 2">
            <a:extLst>
              <a:ext uri="{FF2B5EF4-FFF2-40B4-BE49-F238E27FC236}">
                <a16:creationId xmlns:a16="http://schemas.microsoft.com/office/drawing/2014/main" id="{AB129734-415F-4C47-B9CD-99D0F3C7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DMA Function</a:t>
            </a:r>
          </a:p>
        </p:txBody>
      </p:sp>
      <p:sp>
        <p:nvSpPr>
          <p:cNvPr id="418818" name="Rectangle 3">
            <a:extLst>
              <a:ext uri="{FF2B5EF4-FFF2-40B4-BE49-F238E27FC236}">
                <a16:creationId xmlns:a16="http://schemas.microsoft.com/office/drawing/2014/main" id="{C86AB35B-64BB-4984-90AC-48FD41123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GB" altLang="en-US"/>
              <a:t>Involves an additional module (hardware) on system bus</a:t>
            </a:r>
          </a:p>
          <a:p>
            <a:pPr eaLnBrk="1" hangingPunct="1"/>
            <a:r>
              <a:rPr lang="en-GB" altLang="en-US"/>
              <a:t>DMA has ability of mimicking the CPU</a:t>
            </a:r>
          </a:p>
          <a:p>
            <a:pPr eaLnBrk="1" hangingPunct="1"/>
            <a:r>
              <a:rPr lang="en-GB" altLang="en-US"/>
              <a:t>DMA controller takes over from CPU for I/O</a:t>
            </a:r>
          </a:p>
          <a:p>
            <a:pPr eaLnBrk="1" hangingPunct="1">
              <a:buFont typeface="Wingdings 3" panose="05040102010807070707" pitchFamily="18" charset="2"/>
              <a:buNone/>
            </a:pPr>
            <a:endParaRPr lang="en-GB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5" name="Rectangle 2">
            <a:extLst>
              <a:ext uri="{FF2B5EF4-FFF2-40B4-BE49-F238E27FC236}">
                <a16:creationId xmlns:a16="http://schemas.microsoft.com/office/drawing/2014/main" id="{18E3F1EA-5871-4AE0-BC34-245F09EE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DMA Module Diagram</a:t>
            </a:r>
          </a:p>
        </p:txBody>
      </p:sp>
      <p:pic>
        <p:nvPicPr>
          <p:cNvPr id="420866" name="Picture 3">
            <a:extLst>
              <a:ext uri="{FF2B5EF4-FFF2-40B4-BE49-F238E27FC236}">
                <a16:creationId xmlns:a16="http://schemas.microsoft.com/office/drawing/2014/main" id="{B5E6787B-5C43-4AF2-A1B8-7CE1622BB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8" t="15196" r="31606" b="35957"/>
          <a:stretch>
            <a:fillRect/>
          </a:stretch>
        </p:blipFill>
        <p:spPr bwMode="auto">
          <a:xfrm>
            <a:off x="909638" y="1219200"/>
            <a:ext cx="5033962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89" name="Rectangle 2">
            <a:extLst>
              <a:ext uri="{FF2B5EF4-FFF2-40B4-BE49-F238E27FC236}">
                <a16:creationId xmlns:a16="http://schemas.microsoft.com/office/drawing/2014/main" id="{7109EDCB-80BD-4494-913F-5C0FC2989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DMA Operation</a:t>
            </a:r>
          </a:p>
        </p:txBody>
      </p:sp>
      <p:sp>
        <p:nvSpPr>
          <p:cNvPr id="421890" name="Rectangle 3">
            <a:extLst>
              <a:ext uri="{FF2B5EF4-FFF2-40B4-BE49-F238E27FC236}">
                <a16:creationId xmlns:a16="http://schemas.microsoft.com/office/drawing/2014/main" id="{2318C31A-AB57-40A8-91DD-41C09952D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GB" altLang="en-US"/>
              <a:t>CPU tells DMA controller:-</a:t>
            </a:r>
          </a:p>
          <a:p>
            <a:pPr lvl="1" eaLnBrk="1" hangingPunct="1"/>
            <a:r>
              <a:rPr lang="en-GB" altLang="en-US"/>
              <a:t>Read/Write</a:t>
            </a:r>
          </a:p>
          <a:p>
            <a:pPr lvl="1" eaLnBrk="1" hangingPunct="1"/>
            <a:r>
              <a:rPr lang="en-GB" altLang="en-US"/>
              <a:t>Device address</a:t>
            </a:r>
          </a:p>
          <a:p>
            <a:pPr lvl="1" eaLnBrk="1" hangingPunct="1"/>
            <a:r>
              <a:rPr lang="en-GB" altLang="en-US"/>
              <a:t>Starting address of memory block for data</a:t>
            </a:r>
          </a:p>
          <a:p>
            <a:pPr lvl="1" eaLnBrk="1" hangingPunct="1"/>
            <a:r>
              <a:rPr lang="en-GB" altLang="en-US"/>
              <a:t>Amount of data to be transferred</a:t>
            </a:r>
          </a:p>
          <a:p>
            <a:pPr eaLnBrk="1" hangingPunct="1"/>
            <a:r>
              <a:rPr lang="en-GB" altLang="en-US"/>
              <a:t>CPU carries on with other work</a:t>
            </a:r>
          </a:p>
          <a:p>
            <a:pPr eaLnBrk="1" hangingPunct="1"/>
            <a:r>
              <a:rPr lang="en-GB" altLang="en-US"/>
              <a:t>DMA controller deals with transfer</a:t>
            </a:r>
          </a:p>
          <a:p>
            <a:pPr eaLnBrk="1" hangingPunct="1"/>
            <a:r>
              <a:rPr lang="en-GB" altLang="en-US"/>
              <a:t>DMA controller sends interrupt when finished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937" name="Group 2">
            <a:extLst>
              <a:ext uri="{FF2B5EF4-FFF2-40B4-BE49-F238E27FC236}">
                <a16:creationId xmlns:a16="http://schemas.microsoft.com/office/drawing/2014/main" id="{7C73D1D6-63F1-433F-9EE1-D041A81CB1D6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1219200"/>
            <a:ext cx="5486400" cy="3759200"/>
            <a:chOff x="4860" y="11700"/>
            <a:chExt cx="6480" cy="3780"/>
          </a:xfrm>
        </p:grpSpPr>
        <p:sp>
          <p:nvSpPr>
            <p:cNvPr id="423941" name="Rectangle 3">
              <a:extLst>
                <a:ext uri="{FF2B5EF4-FFF2-40B4-BE49-F238E27FC236}">
                  <a16:creationId xmlns:a16="http://schemas.microsoft.com/office/drawing/2014/main" id="{6752846D-0F23-4B7D-AB2A-135A1C0BF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12060"/>
              <a:ext cx="3240" cy="90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Forward the read instruction to the I/O Module</a:t>
              </a:r>
            </a:p>
          </p:txBody>
        </p:sp>
        <p:sp>
          <p:nvSpPr>
            <p:cNvPr id="423942" name="Rectangle 4">
              <a:extLst>
                <a:ext uri="{FF2B5EF4-FFF2-40B4-BE49-F238E27FC236}">
                  <a16:creationId xmlns:a16="http://schemas.microsoft.com/office/drawing/2014/main" id="{F7DBBDD8-BC10-4279-8038-7BC456B8C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13680"/>
              <a:ext cx="3240" cy="90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/>
              <a:r>
                <a:rPr lang="en-US" altLang="en-US" sz="1600">
                  <a:latin typeface="Times New Roman" panose="02020603050405020304" pitchFamily="18" charset="0"/>
                </a:rPr>
                <a:t>Read DMA module status</a:t>
              </a:r>
            </a:p>
          </p:txBody>
        </p:sp>
        <p:sp>
          <p:nvSpPr>
            <p:cNvPr id="423943" name="Line 5">
              <a:extLst>
                <a:ext uri="{FF2B5EF4-FFF2-40B4-BE49-F238E27FC236}">
                  <a16:creationId xmlns:a16="http://schemas.microsoft.com/office/drawing/2014/main" id="{52F59634-D847-4B8A-A55F-6F14A0D82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0" y="11700"/>
              <a:ext cx="0" cy="36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944" name="Line 6">
              <a:extLst>
                <a:ext uri="{FF2B5EF4-FFF2-40B4-BE49-F238E27FC236}">
                  <a16:creationId xmlns:a16="http://schemas.microsoft.com/office/drawing/2014/main" id="{1A821078-6985-413A-8D0A-4EDBBDB29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0" y="14580"/>
              <a:ext cx="0" cy="36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3945" name="Group 7">
              <a:extLst>
                <a:ext uri="{FF2B5EF4-FFF2-40B4-BE49-F238E27FC236}">
                  <a16:creationId xmlns:a16="http://schemas.microsoft.com/office/drawing/2014/main" id="{83C03324-427F-48D8-AB06-43B62FA17C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00" y="12060"/>
              <a:ext cx="1980" cy="540"/>
              <a:chOff x="8100" y="12060"/>
              <a:chExt cx="1980" cy="540"/>
            </a:xfrm>
          </p:grpSpPr>
          <p:sp>
            <p:nvSpPr>
              <p:cNvPr id="423957" name="Text Box 8">
                <a:extLst>
                  <a:ext uri="{FF2B5EF4-FFF2-40B4-BE49-F238E27FC236}">
                    <a16:creationId xmlns:a16="http://schemas.microsoft.com/office/drawing/2014/main" id="{F0D61E20-E6A2-4577-BFA4-64353928A7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80" y="12060"/>
                <a:ext cx="90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r>
                  <a:rPr lang="en-US" altLang="en-US" sz="1600">
                    <a:latin typeface="Times New Roman" panose="02020603050405020304" pitchFamily="18" charset="0"/>
                  </a:rPr>
                  <a:t>DMA</a:t>
                </a:r>
              </a:p>
            </p:txBody>
          </p:sp>
          <p:sp>
            <p:nvSpPr>
              <p:cNvPr id="423958" name="Text Box 9">
                <a:extLst>
                  <a:ext uri="{FF2B5EF4-FFF2-40B4-BE49-F238E27FC236}">
                    <a16:creationId xmlns:a16="http://schemas.microsoft.com/office/drawing/2014/main" id="{8162C057-C207-4573-BB9B-5DEF5FE31D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00" y="12060"/>
                <a:ext cx="90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r>
                  <a:rPr lang="en-US" altLang="en-US" sz="1600">
                    <a:latin typeface="Times New Roman" panose="02020603050405020304" pitchFamily="18" charset="0"/>
                  </a:rPr>
                  <a:t>CPU</a:t>
                </a:r>
              </a:p>
            </p:txBody>
          </p:sp>
          <p:sp>
            <p:nvSpPr>
              <p:cNvPr id="423959" name="Line 10">
                <a:extLst>
                  <a:ext uri="{FF2B5EF4-FFF2-40B4-BE49-F238E27FC236}">
                    <a16:creationId xmlns:a16="http://schemas.microsoft.com/office/drawing/2014/main" id="{0C669BD2-68D5-4FCF-8212-77740D5DA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20" y="12240"/>
                <a:ext cx="360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23946" name="Group 11">
              <a:extLst>
                <a:ext uri="{FF2B5EF4-FFF2-40B4-BE49-F238E27FC236}">
                  <a16:creationId xmlns:a16="http://schemas.microsoft.com/office/drawing/2014/main" id="{F5258552-0083-4A98-B649-2DBB08C538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00" y="14220"/>
              <a:ext cx="2160" cy="540"/>
              <a:chOff x="8100" y="14220"/>
              <a:chExt cx="2160" cy="540"/>
            </a:xfrm>
          </p:grpSpPr>
          <p:sp>
            <p:nvSpPr>
              <p:cNvPr id="423954" name="Text Box 12">
                <a:extLst>
                  <a:ext uri="{FF2B5EF4-FFF2-40B4-BE49-F238E27FC236}">
                    <a16:creationId xmlns:a16="http://schemas.microsoft.com/office/drawing/2014/main" id="{95110670-929A-4845-AFF2-B1A443C2B9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00" y="14220"/>
                <a:ext cx="90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r>
                  <a:rPr lang="en-US" altLang="en-US" sz="1600">
                    <a:latin typeface="Times New Roman" panose="02020603050405020304" pitchFamily="18" charset="0"/>
                  </a:rPr>
                  <a:t>DMA</a:t>
                </a:r>
              </a:p>
            </p:txBody>
          </p:sp>
          <p:sp>
            <p:nvSpPr>
              <p:cNvPr id="423955" name="Text Box 13">
                <a:extLst>
                  <a:ext uri="{FF2B5EF4-FFF2-40B4-BE49-F238E27FC236}">
                    <a16:creationId xmlns:a16="http://schemas.microsoft.com/office/drawing/2014/main" id="{436D14B4-2180-485A-A415-7F7D6D7F2D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60" y="14220"/>
                <a:ext cx="90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r>
                  <a:rPr lang="en-US" altLang="en-US" sz="1600">
                    <a:latin typeface="Times New Roman" panose="02020603050405020304" pitchFamily="18" charset="0"/>
                  </a:rPr>
                  <a:t>CPU</a:t>
                </a:r>
              </a:p>
            </p:txBody>
          </p:sp>
          <p:sp>
            <p:nvSpPr>
              <p:cNvPr id="423956" name="Line 14">
                <a:extLst>
                  <a:ext uri="{FF2B5EF4-FFF2-40B4-BE49-F238E27FC236}">
                    <a16:creationId xmlns:a16="http://schemas.microsoft.com/office/drawing/2014/main" id="{D4369084-554C-4DC6-B74A-A74465C7E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00" y="14400"/>
                <a:ext cx="360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23947" name="Group 15">
              <a:extLst>
                <a:ext uri="{FF2B5EF4-FFF2-40B4-BE49-F238E27FC236}">
                  <a16:creationId xmlns:a16="http://schemas.microsoft.com/office/drawing/2014/main" id="{69578963-0074-4498-B00A-8968614067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80" y="12600"/>
              <a:ext cx="3060" cy="540"/>
              <a:chOff x="8280" y="12600"/>
              <a:chExt cx="3060" cy="540"/>
            </a:xfrm>
          </p:grpSpPr>
          <p:sp>
            <p:nvSpPr>
              <p:cNvPr id="423952" name="Line 16">
                <a:extLst>
                  <a:ext uri="{FF2B5EF4-FFF2-40B4-BE49-F238E27FC236}">
                    <a16:creationId xmlns:a16="http://schemas.microsoft.com/office/drawing/2014/main" id="{748D0F54-CCF0-4258-BC7B-9E79A1E931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80" y="12780"/>
                <a:ext cx="900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3953" name="Text Box 17">
                <a:extLst>
                  <a:ext uri="{FF2B5EF4-FFF2-40B4-BE49-F238E27FC236}">
                    <a16:creationId xmlns:a16="http://schemas.microsoft.com/office/drawing/2014/main" id="{0145AE43-1191-45B5-BAF9-C0B66350A7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80" y="12600"/>
                <a:ext cx="216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r>
                  <a:rPr lang="en-US" altLang="en-US" sz="1600">
                    <a:latin typeface="Times New Roman" panose="02020603050405020304" pitchFamily="18" charset="0"/>
                  </a:rPr>
                  <a:t>Perform other tasks</a:t>
                </a:r>
              </a:p>
            </p:txBody>
          </p:sp>
        </p:grpSp>
        <p:grpSp>
          <p:nvGrpSpPr>
            <p:cNvPr id="423948" name="Group 18">
              <a:extLst>
                <a:ext uri="{FF2B5EF4-FFF2-40B4-BE49-F238E27FC236}">
                  <a16:creationId xmlns:a16="http://schemas.microsoft.com/office/drawing/2014/main" id="{64B9168B-E358-4B11-BD4C-EE84AC44AC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80" y="13680"/>
              <a:ext cx="2340" cy="540"/>
              <a:chOff x="8280" y="13680"/>
              <a:chExt cx="2340" cy="540"/>
            </a:xfrm>
          </p:grpSpPr>
          <p:sp>
            <p:nvSpPr>
              <p:cNvPr id="423950" name="Line 19">
                <a:extLst>
                  <a:ext uri="{FF2B5EF4-FFF2-40B4-BE49-F238E27FC236}">
                    <a16:creationId xmlns:a16="http://schemas.microsoft.com/office/drawing/2014/main" id="{6AA6C530-C726-47FC-BE20-29EAA816CF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280" y="13860"/>
                <a:ext cx="900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3951" name="Text Box 20">
                <a:extLst>
                  <a:ext uri="{FF2B5EF4-FFF2-40B4-BE49-F238E27FC236}">
                    <a16:creationId xmlns:a16="http://schemas.microsoft.com/office/drawing/2014/main" id="{465586CA-18DC-4A5D-87E8-9172B2BAA1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80" y="13680"/>
                <a:ext cx="144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Century Gothic" panose="020B0502020202020204" pitchFamily="34" charset="0"/>
                  </a:defRPr>
                </a:lvl9pPr>
              </a:lstStyle>
              <a:p>
                <a:r>
                  <a:rPr lang="en-US" altLang="en-US" sz="1600">
                    <a:latin typeface="Times New Roman" panose="02020603050405020304" pitchFamily="18" charset="0"/>
                  </a:rPr>
                  <a:t>Interrupt</a:t>
                </a:r>
              </a:p>
            </p:txBody>
          </p:sp>
        </p:grpSp>
        <p:sp>
          <p:nvSpPr>
            <p:cNvPr id="423949" name="Text Box 21">
              <a:extLst>
                <a:ext uri="{FF2B5EF4-FFF2-40B4-BE49-F238E27FC236}">
                  <a16:creationId xmlns:a16="http://schemas.microsoft.com/office/drawing/2014/main" id="{60823FA3-904C-4AD2-BE7E-FE76BBFFAA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0" y="14940"/>
              <a:ext cx="2160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/>
              <a:r>
                <a:rPr lang="en-US" altLang="en-US" sz="1600">
                  <a:latin typeface="Times New Roman" panose="02020603050405020304" pitchFamily="18" charset="0"/>
                </a:rPr>
                <a:t>Next Instruction</a:t>
              </a:r>
            </a:p>
          </p:txBody>
        </p:sp>
      </p:grpSp>
      <p:sp>
        <p:nvSpPr>
          <p:cNvPr id="423938" name="Rectangle 23">
            <a:extLst>
              <a:ext uri="{FF2B5EF4-FFF2-40B4-BE49-F238E27FC236}">
                <a16:creationId xmlns:a16="http://schemas.microsoft.com/office/drawing/2014/main" id="{76D8A728-21CD-4B9B-86BC-3A43BA3D5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95400"/>
            <a:ext cx="3276600" cy="48768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sz="1800"/>
              <a:t>Interrupt driven and programmed I/O require active CPU intervention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GB" altLang="en-US" sz="1800"/>
              <a:t>Transfer rate is limited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GB" altLang="en-US" sz="1800"/>
              <a:t>CPU is tied up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sz="1800"/>
              <a:t>DMA is the answer …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sz="1800"/>
              <a:t>Additional Module (hardware) on bus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sz="1800"/>
              <a:t>DMA controller takes over from CPU for I/O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sz="1800">
                <a:solidFill>
                  <a:srgbClr val="FF6600"/>
                </a:solidFill>
              </a:rPr>
              <a:t>The I/O module and main memory exchange data directly, without CPU involvement</a:t>
            </a:r>
          </a:p>
        </p:txBody>
      </p:sp>
      <p:sp>
        <p:nvSpPr>
          <p:cNvPr id="423939" name="Text Box 24">
            <a:extLst>
              <a:ext uri="{FF2B5EF4-FFF2-40B4-BE49-F238E27FC236}">
                <a16:creationId xmlns:a16="http://schemas.microsoft.com/office/drawing/2014/main" id="{5BFB8280-41BD-4104-8A0E-791FCFC0A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643413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3BD3E981-A29A-4ABC-BD16-06152940F647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423940" name="Title 25">
            <a:extLst>
              <a:ext uri="{FF2B5EF4-FFF2-40B4-BE49-F238E27FC236}">
                <a16:creationId xmlns:a16="http://schemas.microsoft.com/office/drawing/2014/main" id="{4C46E563-554D-48A2-8B3A-E8D2CEE5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 Memory Access (DMA)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1" name="Rectangle 2">
            <a:extLst>
              <a:ext uri="{FF2B5EF4-FFF2-40B4-BE49-F238E27FC236}">
                <a16:creationId xmlns:a16="http://schemas.microsoft.com/office/drawing/2014/main" id="{32F15B14-9A9C-47DF-93B0-F9168CB48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DMA Transfer - </a:t>
            </a:r>
            <a:r>
              <a:rPr lang="en-GB" altLang="en-US" sz="2800"/>
              <a:t>Cycle Stealing</a:t>
            </a:r>
            <a:endParaRPr lang="en-GB" altLang="en-US"/>
          </a:p>
        </p:txBody>
      </p:sp>
      <p:sp>
        <p:nvSpPr>
          <p:cNvPr id="424962" name="Rectangle 3">
            <a:extLst>
              <a:ext uri="{FF2B5EF4-FFF2-40B4-BE49-F238E27FC236}">
                <a16:creationId xmlns:a16="http://schemas.microsoft.com/office/drawing/2014/main" id="{CE496D39-8B1F-4489-ABA6-F2A8FDF64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eaLnBrk="1" hangingPunct="1"/>
            <a:r>
              <a:rPr lang="en-GB" altLang="en-US">
                <a:latin typeface="Calibri" panose="020F0502020204030204" pitchFamily="34" charset="0"/>
              </a:rPr>
              <a:t>DMA controller takes over bus for a cycle</a:t>
            </a:r>
          </a:p>
          <a:p>
            <a:pPr eaLnBrk="1" hangingPunct="1"/>
            <a:r>
              <a:rPr lang="en-GB" altLang="en-US">
                <a:latin typeface="Calibri" panose="020F0502020204030204" pitchFamily="34" charset="0"/>
              </a:rPr>
              <a:t>Transfer of one word of data</a:t>
            </a:r>
          </a:p>
          <a:p>
            <a:pPr eaLnBrk="1" hangingPunct="1"/>
            <a:r>
              <a:rPr lang="en-GB" altLang="en-US">
                <a:latin typeface="Calibri" panose="020F0502020204030204" pitchFamily="34" charset="0"/>
              </a:rPr>
              <a:t>Not an interrupt</a:t>
            </a:r>
          </a:p>
          <a:p>
            <a:pPr lvl="1" eaLnBrk="1" hangingPunct="1"/>
            <a:r>
              <a:rPr lang="en-GB" altLang="en-US">
                <a:latin typeface="Calibri" panose="020F0502020204030204" pitchFamily="34" charset="0"/>
              </a:rPr>
              <a:t>CPU does not switch context</a:t>
            </a:r>
          </a:p>
          <a:p>
            <a:pPr eaLnBrk="1" hangingPunct="1"/>
            <a:r>
              <a:rPr lang="en-GB" altLang="en-US">
                <a:latin typeface="Calibri" panose="020F0502020204030204" pitchFamily="34" charset="0"/>
              </a:rPr>
              <a:t>CPU suspended just before it accesses bus</a:t>
            </a:r>
          </a:p>
          <a:p>
            <a:pPr lvl="1" eaLnBrk="1" hangingPunct="1"/>
            <a:r>
              <a:rPr lang="en-GB" altLang="en-US">
                <a:latin typeface="Calibri" panose="020F0502020204030204" pitchFamily="34" charset="0"/>
              </a:rPr>
              <a:t>i.e. before an operand or data fetch or a data write</a:t>
            </a:r>
          </a:p>
          <a:p>
            <a:pPr eaLnBrk="1" hangingPunct="1"/>
            <a:r>
              <a:rPr lang="en-GB" altLang="en-US">
                <a:latin typeface="Calibri" panose="020F0502020204030204" pitchFamily="34" charset="0"/>
              </a:rPr>
              <a:t>Slows down CPU but not as much as CPU doing transfer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95BB7E98-0E75-4C51-87B4-3910EF5639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419600"/>
            <a:ext cx="6191250" cy="1062038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Operation</a:t>
            </a:r>
          </a:p>
        </p:txBody>
      </p:sp>
      <p:pic>
        <p:nvPicPr>
          <p:cNvPr id="427010" name="Content Placeholder 4" descr="f12.pdf">
            <a:extLst>
              <a:ext uri="{FF2B5EF4-FFF2-40B4-BE49-F238E27FC236}">
                <a16:creationId xmlns:a16="http://schemas.microsoft.com/office/drawing/2014/main" id="{09EF031B-7ED2-438E-8A35-AE1FADE3CFAA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1" t="12941" r="10274" b="14117"/>
          <a:stretch>
            <a:fillRect/>
          </a:stretch>
        </p:blipFill>
        <p:spPr>
          <a:xfrm>
            <a:off x="454025" y="0"/>
            <a:ext cx="6175375" cy="448310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0D6302-EEC1-49F3-B428-F53A27E82C40}"/>
              </a:ext>
            </a:extLst>
          </p:cNvPr>
          <p:cNvSpPr txBox="1"/>
          <p:nvPr/>
        </p:nvSpPr>
        <p:spPr>
          <a:xfrm>
            <a:off x="6781800" y="914400"/>
            <a:ext cx="21336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>
                <a:solidFill>
                  <a:srgbClr val="2B142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-110" charset="0"/>
              </a:rPr>
              <a:t>DMA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289D4D-B1E0-4AFB-9CE9-B909059D572C}"/>
              </a:ext>
            </a:extLst>
          </p:cNvPr>
          <p:cNvSpPr txBox="1"/>
          <p:nvPr/>
        </p:nvSpPr>
        <p:spPr>
          <a:xfrm>
            <a:off x="6705600" y="3048000"/>
            <a:ext cx="21336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>
                <a:solidFill>
                  <a:srgbClr val="2B142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-110" charset="0"/>
              </a:rPr>
              <a:t>DMA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EAB9F49-F123-4F6A-9023-855EDC6AB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3255963" cy="2362200"/>
          </a:xfrm>
        </p:spPr>
        <p:txBody>
          <a:bodyPr rtlCol="0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Alternative </a:t>
            </a:r>
            <a:br>
              <a:rPr lang="en-GB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</a:t>
            </a:r>
            <a:br>
              <a:rPr lang="en-GB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Configurations</a:t>
            </a:r>
          </a:p>
        </p:txBody>
      </p:sp>
      <p:pic>
        <p:nvPicPr>
          <p:cNvPr id="429058" name="Picture 4" descr="f13.pdf">
            <a:extLst>
              <a:ext uri="{FF2B5EF4-FFF2-40B4-BE49-F238E27FC236}">
                <a16:creationId xmlns:a16="http://schemas.microsoft.com/office/drawing/2014/main" id="{F881B4CC-0600-4DA0-93E9-B06098746F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0"/>
            <a:ext cx="52990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97420D6F-AB9F-4D19-8291-66951002D5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111601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8237 DMA Usage of System Bus</a:t>
            </a:r>
          </a:p>
        </p:txBody>
      </p:sp>
      <p:pic>
        <p:nvPicPr>
          <p:cNvPr id="431106" name="Picture 3" descr="f14.pdf">
            <a:extLst>
              <a:ext uri="{FF2B5EF4-FFF2-40B4-BE49-F238E27FC236}">
                <a16:creationId xmlns:a16="http://schemas.microsoft.com/office/drawing/2014/main" id="{C7FE96EF-6205-43B7-A8D7-91B4F19FB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0"/>
            <a:ext cx="887571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heel spokes="2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0D22651-C2A6-45B6-9AFB-7887DE1EE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500" cy="111601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Evolution of the I/O Function</a:t>
            </a:r>
          </a:p>
        </p:txBody>
      </p:sp>
      <p:sp>
        <p:nvSpPr>
          <p:cNvPr id="433154" name="Rectangle 3">
            <a:extLst>
              <a:ext uri="{FF2B5EF4-FFF2-40B4-BE49-F238E27FC236}">
                <a16:creationId xmlns:a16="http://schemas.microsoft.com/office/drawing/2014/main" id="{714A2587-C79D-4538-B784-7B2068D20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828800"/>
            <a:ext cx="3505200" cy="4572000"/>
          </a:xfrm>
        </p:spPr>
        <p:txBody>
          <a:bodyPr/>
          <a:lstStyle/>
          <a:p>
            <a:pPr marL="342900" indent="-342900" eaLnBrk="1" hangingPunct="1">
              <a:buSzPct val="100000"/>
              <a:buFont typeface="Rockwell" panose="02060603020205020403" pitchFamily="18" charset="0"/>
              <a:buAutoNum type="arabicPeriod"/>
            </a:pPr>
            <a:r>
              <a:rPr lang="en-GB" altLang="en-US"/>
              <a:t>The CPU directly controls a peripheral device. </a:t>
            </a:r>
          </a:p>
          <a:p>
            <a:pPr marL="342900" indent="-342900" eaLnBrk="1" hangingPunct="1">
              <a:buSzPct val="100000"/>
              <a:buFont typeface="Rockwell" panose="02060603020205020403" pitchFamily="18" charset="0"/>
              <a:buAutoNum type="arabicPeriod"/>
            </a:pPr>
            <a:r>
              <a:rPr lang="en-GB" altLang="en-US"/>
              <a:t>A controller or I/O module is added.  The CPU uses programmed I/O without interrupts.</a:t>
            </a:r>
          </a:p>
          <a:p>
            <a:pPr marL="342900" indent="-342900" eaLnBrk="1" hangingPunct="1">
              <a:buSzPct val="100000"/>
              <a:buFont typeface="Rockwell" panose="02060603020205020403" pitchFamily="18" charset="0"/>
              <a:buAutoNum type="arabicPeriod"/>
            </a:pPr>
            <a:r>
              <a:rPr lang="en-GB" altLang="en-US"/>
              <a:t>Same configuration as in step 2 is used, but now interrupts are employed.  The CPU need not spend time waiting for an I/O operation to be performed, thus increasing efficiency.</a:t>
            </a:r>
          </a:p>
          <a:p>
            <a:pPr marL="342900" indent="-342900" eaLnBrk="1" hangingPunct="1">
              <a:buSzPct val="100000"/>
              <a:buFont typeface="Rockwell" panose="02060603020205020403" pitchFamily="18" charset="0"/>
              <a:buAutoNum type="arabicPeriod"/>
            </a:pPr>
            <a:endParaRPr lang="en-GB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0C1ED-AEEA-4559-BE28-E5561456F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14800" y="1985963"/>
            <a:ext cx="3943350" cy="4643437"/>
          </a:xfrm>
        </p:spPr>
        <p:txBody>
          <a:bodyPr rtlCol="0">
            <a:normAutofit fontScale="92500" lnSpcReduction="20000"/>
          </a:bodyPr>
          <a:lstStyle/>
          <a:p>
            <a:pPr marL="342900" indent="-342900" eaLnBrk="1" fontAlgn="auto" hangingPunct="1">
              <a:lnSpc>
                <a:spcPct val="110000"/>
              </a:lnSpc>
              <a:spcAft>
                <a:spcPts val="0"/>
              </a:spcAft>
              <a:buSzPct val="100000"/>
              <a:buFont typeface="+mj-lt"/>
              <a:buAutoNum type="arabicPeriod" startAt="4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I/O module is given direct access to memory via DMA.  It can now move a block of data to or from memory without involving the CPU, except at the beginning and end of the transfer.</a:t>
            </a:r>
          </a:p>
          <a:p>
            <a:pPr marL="342900" indent="-342900" eaLnBrk="1" fontAlgn="auto" hangingPunct="1">
              <a:lnSpc>
                <a:spcPct val="110000"/>
              </a:lnSpc>
              <a:spcAft>
                <a:spcPts val="0"/>
              </a:spcAft>
              <a:buSzPct val="100000"/>
              <a:buFont typeface="+mj-lt"/>
              <a:buAutoNum type="arabicPeriod" startAt="4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I/O module is enhanced to become a processor in its own right, with a specialized instruction set tailored for I/O</a:t>
            </a:r>
          </a:p>
          <a:p>
            <a:pPr marL="342900" indent="-342900" eaLnBrk="1" fontAlgn="auto" hangingPunct="1">
              <a:lnSpc>
                <a:spcPct val="120000"/>
              </a:lnSpc>
              <a:spcAft>
                <a:spcPts val="0"/>
              </a:spcAft>
              <a:buSzPct val="100000"/>
              <a:buFont typeface="+mj-lt"/>
              <a:buAutoNum type="arabicPeriod" startAt="4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I/O module has a local memory of its own and is, in fact, a computer in its own right.  With this architecture a large set of I/O devices can be controlled with minimal CPU involvement.</a:t>
            </a:r>
          </a:p>
          <a:p>
            <a:pPr marL="342900" indent="-342900" eaLnBrk="1" fontAlgn="auto" hangingPunct="1">
              <a:spcAft>
                <a:spcPts val="0"/>
              </a:spcAft>
              <a:buSzPct val="100000"/>
              <a:buFont typeface="+mj-lt"/>
              <a:buAutoNum type="arabicPeriod" startAt="4"/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2C837-68E8-4445-AF70-823AA3608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62000"/>
            <a:ext cx="3255963" cy="2743200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Parallel </a:t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Serial </a:t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</a:t>
            </a:r>
          </a:p>
        </p:txBody>
      </p:sp>
      <p:pic>
        <p:nvPicPr>
          <p:cNvPr id="435202" name="Picture 4" descr="f16.pdf">
            <a:extLst>
              <a:ext uri="{FF2B5EF4-FFF2-40B4-BE49-F238E27FC236}">
                <a16:creationId xmlns:a16="http://schemas.microsoft.com/office/drawing/2014/main" id="{918FDD24-8142-4651-832E-2DE75920C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56" r="15456"/>
          <a:stretch>
            <a:fillRect/>
          </a:stretch>
        </p:blipFill>
        <p:spPr bwMode="auto">
          <a:xfrm>
            <a:off x="3557588" y="304800"/>
            <a:ext cx="5586412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7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0.xml><?xml version="1.0" encoding="utf-8"?>
<a:theme xmlns:a="http://schemas.openxmlformats.org/drawingml/2006/main" name="8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9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2.xml><?xml version="1.0" encoding="utf-8"?>
<a:theme xmlns:a="http://schemas.openxmlformats.org/drawingml/2006/main" name="10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3.xml><?xml version="1.0" encoding="utf-8"?>
<a:theme xmlns:a="http://schemas.openxmlformats.org/drawingml/2006/main" name="11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4.xml><?xml version="1.0" encoding="utf-8"?>
<a:theme xmlns:a="http://schemas.openxmlformats.org/drawingml/2006/main" name="12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5.xml><?xml version="1.0" encoding="utf-8"?>
<a:theme xmlns:a="http://schemas.openxmlformats.org/drawingml/2006/main" name="13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6.xml><?xml version="1.0" encoding="utf-8"?>
<a:theme xmlns:a="http://schemas.openxmlformats.org/drawingml/2006/main" name="14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7.xml><?xml version="1.0" encoding="utf-8"?>
<a:theme xmlns:a="http://schemas.openxmlformats.org/drawingml/2006/main" name="15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2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2338</TotalTime>
  <Words>6920</Words>
  <Application>Microsoft Office PowerPoint</Application>
  <PresentationFormat>On-screen Show (4:3)</PresentationFormat>
  <Paragraphs>729</Paragraphs>
  <Slides>45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17</vt:i4>
      </vt:variant>
      <vt:variant>
        <vt:lpstr>Slide Titles</vt:lpstr>
      </vt:variant>
      <vt:variant>
        <vt:i4>45</vt:i4>
      </vt:variant>
    </vt:vector>
  </HeadingPairs>
  <TitlesOfParts>
    <vt:vector size="71" baseType="lpstr">
      <vt:lpstr>Century Gothic</vt:lpstr>
      <vt:lpstr>Arial</vt:lpstr>
      <vt:lpstr>Bookman Old Style</vt:lpstr>
      <vt:lpstr>Gill Sans MT</vt:lpstr>
      <vt:lpstr>Wingdings 3</vt:lpstr>
      <vt:lpstr>Wingdings</vt:lpstr>
      <vt:lpstr>Rockwell</vt:lpstr>
      <vt:lpstr>Times New Roman</vt:lpstr>
      <vt:lpstr>Calibri</vt:lpstr>
      <vt:lpstr>Origin</vt:lpstr>
      <vt:lpstr>Advantage</vt:lpstr>
      <vt:lpstr>1_Advantage</vt:lpstr>
      <vt:lpstr>2_Advantage</vt:lpstr>
      <vt:lpstr>3_Advantage</vt:lpstr>
      <vt:lpstr>4_Advantage</vt:lpstr>
      <vt:lpstr>5_Advantage</vt:lpstr>
      <vt:lpstr>6_Advantage</vt:lpstr>
      <vt:lpstr>7_Advantage</vt:lpstr>
      <vt:lpstr>8_Advantage</vt:lpstr>
      <vt:lpstr>9_Advantage</vt:lpstr>
      <vt:lpstr>10_Advantage</vt:lpstr>
      <vt:lpstr>11_Advantage</vt:lpstr>
      <vt:lpstr>12_Advantage</vt:lpstr>
      <vt:lpstr>13_Advantage</vt:lpstr>
      <vt:lpstr>14_Advantage</vt:lpstr>
      <vt:lpstr>15_Advantage</vt:lpstr>
      <vt:lpstr>INPUT/OUTPUT</vt:lpstr>
      <vt:lpstr>PowerPoint Presentation</vt:lpstr>
      <vt:lpstr>5.1)  Input/Output Unit/Module</vt:lpstr>
      <vt:lpstr>Input/Output Problems</vt:lpstr>
      <vt:lpstr>Input/Output Module</vt:lpstr>
      <vt:lpstr>PowerPoint Presentation</vt:lpstr>
      <vt:lpstr>I/O Module Diagram</vt:lpstr>
      <vt:lpstr>I/O Modules</vt:lpstr>
      <vt:lpstr>I/O Steps</vt:lpstr>
      <vt:lpstr>I/O Module Decisions</vt:lpstr>
      <vt:lpstr>5.2) External Devices</vt:lpstr>
      <vt:lpstr>PowerPoint Presentation</vt:lpstr>
      <vt:lpstr>External Device Block Diagram</vt:lpstr>
      <vt:lpstr>Keyboard/Monitor</vt:lpstr>
      <vt:lpstr>Typical I/O Data Rates</vt:lpstr>
      <vt:lpstr>5.3)  I/O Techniques</vt:lpstr>
      <vt:lpstr>PowerPoint Presentation</vt:lpstr>
      <vt:lpstr>What is INTERRUPT???</vt:lpstr>
      <vt:lpstr>I/O Commands</vt:lpstr>
      <vt:lpstr>Three  Techniques  for Input of a  Block of Data</vt:lpstr>
      <vt:lpstr>1. Programmed I/O</vt:lpstr>
      <vt:lpstr>Programmed I/O - detail</vt:lpstr>
      <vt:lpstr>Programmed I/O</vt:lpstr>
      <vt:lpstr>I/O Commands</vt:lpstr>
      <vt:lpstr>2. Interrupt Driven I/O</vt:lpstr>
      <vt:lpstr>Interrupt-Driven I/O</vt:lpstr>
      <vt:lpstr>Interrupt Driven I/O - Basic Operation</vt:lpstr>
      <vt:lpstr>Interrupt Driven I/O</vt:lpstr>
      <vt:lpstr>CPU Viewpoint</vt:lpstr>
      <vt:lpstr>Design Issues</vt:lpstr>
      <vt:lpstr>   Intel 82C59A  Interrupt Controller</vt:lpstr>
      <vt:lpstr>Intel 82C55A  Programmable Peripheral Interface</vt:lpstr>
      <vt:lpstr>Keyboard/Display Interfaces to 82C55A</vt:lpstr>
      <vt:lpstr>Drawbacks of Programmed and Interrupt-Driven I/O</vt:lpstr>
      <vt:lpstr>3. Direct Memory Access (DMA)</vt:lpstr>
      <vt:lpstr>DMA Function</vt:lpstr>
      <vt:lpstr>DMA Module Diagram</vt:lpstr>
      <vt:lpstr>DMA Operation</vt:lpstr>
      <vt:lpstr>Direct Memory Access (DMA)</vt:lpstr>
      <vt:lpstr>DMA Transfer - Cycle Stealing</vt:lpstr>
      <vt:lpstr>DMA Operation</vt:lpstr>
      <vt:lpstr>Alternative  DMA  Configurations</vt:lpstr>
      <vt:lpstr>8237 DMA Usage of System Bus</vt:lpstr>
      <vt:lpstr>Evolution of the I/O Function</vt:lpstr>
      <vt:lpstr>Parallel  and  Serial  I/O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subject/>
  <dc:creator>Saadah</dc:creator>
  <cp:keywords/>
  <dc:description/>
  <cp:lastModifiedBy>cloudconvert_14</cp:lastModifiedBy>
  <cp:revision>94</cp:revision>
  <cp:lastPrinted>1601-01-01T00:00:00Z</cp:lastPrinted>
  <dcterms:created xsi:type="dcterms:W3CDTF">2008-06-23T07:21:44Z</dcterms:created>
  <dcterms:modified xsi:type="dcterms:W3CDTF">2026-07-16T01:28:59Z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TC010903021033</vt:lpwstr>
  </property>
</Properties>
</file>